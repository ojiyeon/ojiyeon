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93" r:id="rId3"/>
    <p:sldId id="315" r:id="rId4"/>
    <p:sldId id="316" r:id="rId5"/>
    <p:sldId id="318" r:id="rId6"/>
    <p:sldId id="314" r:id="rId7"/>
    <p:sldId id="305" r:id="rId8"/>
    <p:sldId id="296" r:id="rId9"/>
    <p:sldId id="306" r:id="rId10"/>
    <p:sldId id="307" r:id="rId11"/>
    <p:sldId id="308" r:id="rId12"/>
    <p:sldId id="310" r:id="rId13"/>
    <p:sldId id="299" r:id="rId14"/>
  </p:sldIdLst>
  <p:sldSz cx="9906000" cy="6858000" type="A4"/>
  <p:notesSz cx="6858000" cy="9144000"/>
  <p:defaultTextStyle>
    <a:defPPr>
      <a:defRPr lang="ko-KR"/>
    </a:defPPr>
    <a:lvl1pPr marL="0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5774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1547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47321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63094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78868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94641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10415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26188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64F"/>
    <a:srgbClr val="DDDDDD"/>
    <a:srgbClr val="FFCC00"/>
    <a:srgbClr val="000000"/>
    <a:srgbClr val="EEEEEE"/>
    <a:srgbClr val="FFFF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05" autoAdjust="0"/>
  </p:normalViewPr>
  <p:slideViewPr>
    <p:cSldViewPr>
      <p:cViewPr varScale="1">
        <p:scale>
          <a:sx n="100" d="100"/>
          <a:sy n="100" d="100"/>
        </p:scale>
        <p:origin x="1674" y="9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78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Ctr="0" compatLnSpc="0"/>
          <a:lstStyle/>
          <a:p>
            <a:pPr hangingPunct="0">
              <a:defRPr sz="1400"/>
            </a:pPr>
            <a:endParaRPr lang="en-US" sz="1200">
              <a:latin typeface="굴림" pitchFamily="18"/>
              <a:ea typeface="굴림" pitchFamily="2"/>
              <a:cs typeface="Arial" pitchFamily="2"/>
            </a:endParaRPr>
          </a:p>
        </p:txBody>
      </p:sp>
      <p:sp>
        <p:nvSpPr>
          <p:cNvPr id="3" name="날짜 개체 틀 2"/>
          <p:cNvSpPr txBox="1">
            <a:spLocks noGrp="1"/>
          </p:cNvSpPr>
          <p:nvPr>
            <p:ph type="dt" sz="quarter" idx="1"/>
          </p:nvPr>
        </p:nvSpPr>
        <p:spPr>
          <a:xfrm>
            <a:off x="3881795" y="0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Ctr="0" compatLnSpc="0"/>
          <a:lstStyle/>
          <a:p>
            <a:pPr algn="r" hangingPunct="0">
              <a:defRPr sz="1400"/>
            </a:pPr>
            <a:fld id="{E6C08ABE-5F13-43E3-BC60-E268A55D9601}" type="datetimeFigureOut">
              <a:t>2020-11-05</a:t>
            </a:fld>
            <a:endParaRPr lang="en-US" sz="1200">
              <a:latin typeface="굴림" pitchFamily="18"/>
              <a:ea typeface="굴림" pitchFamily="2"/>
              <a:cs typeface="Arial" pitchFamily="2"/>
            </a:endParaRPr>
          </a:p>
        </p:txBody>
      </p:sp>
      <p:sp>
        <p:nvSpPr>
          <p:cNvPr id="4" name="바닥글 개체 틀 3"/>
          <p:cNvSpPr txBox="1">
            <a:spLocks noGrp="1"/>
          </p:cNvSpPr>
          <p:nvPr>
            <p:ph type="ftr" sz="quarter" idx="2"/>
          </p:nvPr>
        </p:nvSpPr>
        <p:spPr>
          <a:xfrm>
            <a:off x="0" y="8686952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="b" anchorCtr="0" compatLnSpc="0"/>
          <a:lstStyle/>
          <a:p>
            <a:pPr hangingPunct="0">
              <a:defRPr sz="1400"/>
            </a:pPr>
            <a:endParaRPr lang="en-US" sz="1200">
              <a:latin typeface="굴림" pitchFamily="18"/>
              <a:ea typeface="굴림" pitchFamily="2"/>
              <a:cs typeface="Arial" pitchFamily="2"/>
            </a:endParaRP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sz="quarter" idx="3"/>
          </p:nvPr>
        </p:nvSpPr>
        <p:spPr>
          <a:xfrm>
            <a:off x="3881795" y="8686952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="b" anchorCtr="0" compatLnSpc="0"/>
          <a:lstStyle/>
          <a:p>
            <a:pPr algn="r" hangingPunct="0">
              <a:defRPr sz="1400"/>
            </a:pPr>
            <a:fld id="{226C8861-5BFE-4CB6-82AC-7608D6B2D6EB}" type="slidenum">
              <a:t>‹#›</a:t>
            </a:fld>
            <a:endParaRPr lang="en-US" sz="1200">
              <a:latin typeface="굴림" pitchFamily="18"/>
              <a:ea typeface="굴림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9442987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812800"/>
            <a:ext cx="5789612" cy="400843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 altLang="ko-KR"/>
          </a:p>
        </p:txBody>
      </p:sp>
      <p:sp>
        <p:nvSpPr>
          <p:cNvPr id="4" name="머리글 개체 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날짜 개체 틀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A0E482DD-7811-4471-970D-246AE5BBFD59}" type="datetimeFigureOut">
              <a:t>2020-11-05</a:t>
            </a:fld>
            <a:endParaRPr 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rtl="0" hangingPunct="0">
              <a:buNone/>
              <a:tabLst/>
              <a:defRPr lang="en-US" sz="14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rtl="0" hangingPunct="0">
              <a:buNone/>
              <a:tabLst/>
              <a:defRPr lang="en-US" sz="14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D18D7664-14FA-449D-8BB7-BC47658399D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29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43672" marR="0" indent="-243672" rtl="0" hangingPunct="0">
      <a:tabLst/>
      <a:defRPr lang="en-US" altLang="ko-KR" sz="2300" b="0" i="0" u="none" strike="noStrike" kern="1200">
        <a:ln>
          <a:noFill/>
        </a:ln>
        <a:latin typeface="굴림" pitchFamily="18"/>
        <a:ea typeface="굴림" pitchFamily="2"/>
        <a:cs typeface="Arial" pitchFamily="2"/>
      </a:defRPr>
    </a:lvl1pPr>
    <a:lvl2pPr marL="515774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31547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47321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63094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578868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094641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10415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26188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89612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en-US" altLang="ko-KR" dirty="0"/>
          </a:p>
          <a:p>
            <a:r>
              <a:rPr lang="en-US" altLang="ko-KR" dirty="0"/>
              <a:t>221 221 221</a:t>
            </a:r>
          </a:p>
          <a:p>
            <a:endParaRPr lang="en-US" altLang="ko-KR" dirty="0"/>
          </a:p>
          <a:p>
            <a:r>
              <a:rPr lang="en-US" altLang="ko-KR" dirty="0"/>
              <a:t>11264f</a:t>
            </a:r>
          </a:p>
          <a:p>
            <a:r>
              <a:rPr lang="en-US" altLang="ko-KR" dirty="0"/>
              <a:t>17 38 79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920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145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799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004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6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04067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7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8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95399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9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45545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10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6791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11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34174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89612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en-US" altLang="ko-KR" dirty="0"/>
          </a:p>
          <a:p>
            <a:r>
              <a:rPr lang="en-US" altLang="ko-KR" dirty="0"/>
              <a:t>221 221 221</a:t>
            </a:r>
          </a:p>
          <a:p>
            <a:endParaRPr lang="en-US" altLang="ko-KR" dirty="0"/>
          </a:p>
          <a:p>
            <a:r>
              <a:rPr lang="en-US" altLang="ko-KR" dirty="0"/>
              <a:t>11264f</a:t>
            </a:r>
          </a:p>
          <a:p>
            <a:r>
              <a:rPr lang="en-US" altLang="ko-KR" dirty="0"/>
              <a:t>17 38 79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92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5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1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7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630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78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94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10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26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A0D061-E6F2-419A-8FE2-DEB4FAFB1F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0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25B15E8-5FBF-4EAF-AFC5-1E5B20D092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7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4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577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3154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473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630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788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946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10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261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6B5BA2-7B6D-4B81-B071-26FB59193D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4964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8AF13D-EE90-429E-B057-C3493BA9AF8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5774" indent="0">
              <a:buNone/>
              <a:defRPr sz="2300" b="1"/>
            </a:lvl2pPr>
            <a:lvl3pPr marL="1031547" indent="0">
              <a:buNone/>
              <a:defRPr sz="2000" b="1"/>
            </a:lvl3pPr>
            <a:lvl4pPr marL="1547321" indent="0">
              <a:buNone/>
              <a:defRPr sz="1800" b="1"/>
            </a:lvl4pPr>
            <a:lvl5pPr marL="2063094" indent="0">
              <a:buNone/>
              <a:defRPr sz="1800" b="1"/>
            </a:lvl5pPr>
            <a:lvl6pPr marL="2578868" indent="0">
              <a:buNone/>
              <a:defRPr sz="1800" b="1"/>
            </a:lvl6pPr>
            <a:lvl7pPr marL="3094641" indent="0">
              <a:buNone/>
              <a:defRPr sz="1800" b="1"/>
            </a:lvl7pPr>
            <a:lvl8pPr marL="3610415" indent="0">
              <a:buNone/>
              <a:defRPr sz="1800" b="1"/>
            </a:lvl8pPr>
            <a:lvl9pPr marL="4126188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5" y="1535113"/>
            <a:ext cx="4378590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5774" indent="0">
              <a:buNone/>
              <a:defRPr sz="2300" b="1"/>
            </a:lvl2pPr>
            <a:lvl3pPr marL="1031547" indent="0">
              <a:buNone/>
              <a:defRPr sz="2000" b="1"/>
            </a:lvl3pPr>
            <a:lvl4pPr marL="1547321" indent="0">
              <a:buNone/>
              <a:defRPr sz="1800" b="1"/>
            </a:lvl4pPr>
            <a:lvl5pPr marL="2063094" indent="0">
              <a:buNone/>
              <a:defRPr sz="1800" b="1"/>
            </a:lvl5pPr>
            <a:lvl6pPr marL="2578868" indent="0">
              <a:buNone/>
              <a:defRPr sz="1800" b="1"/>
            </a:lvl6pPr>
            <a:lvl7pPr marL="3094641" indent="0">
              <a:buNone/>
              <a:defRPr sz="1800" b="1"/>
            </a:lvl7pPr>
            <a:lvl8pPr marL="3610415" indent="0">
              <a:buNone/>
              <a:defRPr sz="1800" b="1"/>
            </a:lvl8pPr>
            <a:lvl9pPr marL="4126188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5" y="2174875"/>
            <a:ext cx="437859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A9CD9D-438A-4ED5-B629-422FEBA28A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7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76701B-568D-4BF8-9860-3EB9FC7DB1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0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9A401D-9B64-421F-B3CA-ABD745A068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2238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6" y="273049"/>
            <a:ext cx="3259006" cy="1162051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4"/>
            <a:ext cx="5537729" cy="5853113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6" y="1435104"/>
            <a:ext cx="3259006" cy="4691063"/>
          </a:xfrm>
        </p:spPr>
        <p:txBody>
          <a:bodyPr/>
          <a:lstStyle>
            <a:lvl1pPr marL="0" indent="0">
              <a:buNone/>
              <a:defRPr sz="1600"/>
            </a:lvl1pPr>
            <a:lvl2pPr marL="515774" indent="0">
              <a:buNone/>
              <a:defRPr sz="1400"/>
            </a:lvl2pPr>
            <a:lvl3pPr marL="1031547" indent="0">
              <a:buNone/>
              <a:defRPr sz="1100"/>
            </a:lvl3pPr>
            <a:lvl4pPr marL="1547321" indent="0">
              <a:buNone/>
              <a:defRPr sz="1000"/>
            </a:lvl4pPr>
            <a:lvl5pPr marL="2063094" indent="0">
              <a:buNone/>
              <a:defRPr sz="1000"/>
            </a:lvl5pPr>
            <a:lvl6pPr marL="2578868" indent="0">
              <a:buNone/>
              <a:defRPr sz="1000"/>
            </a:lvl6pPr>
            <a:lvl7pPr marL="3094641" indent="0">
              <a:buNone/>
              <a:defRPr sz="1000"/>
            </a:lvl7pPr>
            <a:lvl8pPr marL="3610415" indent="0">
              <a:buNone/>
              <a:defRPr sz="1000"/>
            </a:lvl8pPr>
            <a:lvl9pPr marL="412618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39473E-70C0-4B57-AAD7-CF25F3D6A8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600"/>
            </a:lvl1pPr>
            <a:lvl2pPr marL="515774" indent="0">
              <a:buNone/>
              <a:defRPr sz="3200"/>
            </a:lvl2pPr>
            <a:lvl3pPr marL="1031547" indent="0">
              <a:buNone/>
              <a:defRPr sz="2700"/>
            </a:lvl3pPr>
            <a:lvl4pPr marL="1547321" indent="0">
              <a:buNone/>
              <a:defRPr sz="2300"/>
            </a:lvl4pPr>
            <a:lvl5pPr marL="2063094" indent="0">
              <a:buNone/>
              <a:defRPr sz="2300"/>
            </a:lvl5pPr>
            <a:lvl6pPr marL="2578868" indent="0">
              <a:buNone/>
              <a:defRPr sz="2300"/>
            </a:lvl6pPr>
            <a:lvl7pPr marL="3094641" indent="0">
              <a:buNone/>
              <a:defRPr sz="2300"/>
            </a:lvl7pPr>
            <a:lvl8pPr marL="3610415" indent="0">
              <a:buNone/>
              <a:defRPr sz="2300"/>
            </a:lvl8pPr>
            <a:lvl9pPr marL="4126188" indent="0">
              <a:buNone/>
              <a:defRPr sz="23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41"/>
            <a:ext cx="5943600" cy="804863"/>
          </a:xfrm>
        </p:spPr>
        <p:txBody>
          <a:bodyPr/>
          <a:lstStyle>
            <a:lvl1pPr marL="0" indent="0">
              <a:buNone/>
              <a:defRPr sz="1600"/>
            </a:lvl1pPr>
            <a:lvl2pPr marL="515774" indent="0">
              <a:buNone/>
              <a:defRPr sz="1400"/>
            </a:lvl2pPr>
            <a:lvl3pPr marL="1031547" indent="0">
              <a:buNone/>
              <a:defRPr sz="1100"/>
            </a:lvl3pPr>
            <a:lvl4pPr marL="1547321" indent="0">
              <a:buNone/>
              <a:defRPr sz="1000"/>
            </a:lvl4pPr>
            <a:lvl5pPr marL="2063094" indent="0">
              <a:buNone/>
              <a:defRPr sz="1000"/>
            </a:lvl5pPr>
            <a:lvl6pPr marL="2578868" indent="0">
              <a:buNone/>
              <a:defRPr sz="1000"/>
            </a:lvl6pPr>
            <a:lvl7pPr marL="3094641" indent="0">
              <a:buNone/>
              <a:defRPr sz="1000"/>
            </a:lvl7pPr>
            <a:lvl8pPr marL="3610415" indent="0">
              <a:buNone/>
              <a:defRPr sz="1000"/>
            </a:lvl8pPr>
            <a:lvl9pPr marL="412618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76A0C3-38C4-4BC6-B74F-03B2A3FC2F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ACD5F15-E03A-4A54-A94B-4D3F4D1E3C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8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604964"/>
            <a:ext cx="2228850" cy="452596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4964"/>
            <a:ext cx="6521450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152ECC-AFFA-48B5-AE98-612449EF06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1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9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5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1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7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630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78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94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10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26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CBDA40E-4F8E-4A2F-A24D-84CA28CAFB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0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90F884-7A97-476E-B334-ACA3A4AFBB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8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4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577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3154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473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630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788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946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10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261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2C930A-E35C-4310-A81D-F51E80120F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77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26B72C-7ED6-47FC-B434-303A9FB319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38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5774" indent="0">
              <a:buNone/>
              <a:defRPr sz="2300" b="1"/>
            </a:lvl2pPr>
            <a:lvl3pPr marL="1031547" indent="0">
              <a:buNone/>
              <a:defRPr sz="2000" b="1"/>
            </a:lvl3pPr>
            <a:lvl4pPr marL="1547321" indent="0">
              <a:buNone/>
              <a:defRPr sz="1800" b="1"/>
            </a:lvl4pPr>
            <a:lvl5pPr marL="2063094" indent="0">
              <a:buNone/>
              <a:defRPr sz="1800" b="1"/>
            </a:lvl5pPr>
            <a:lvl6pPr marL="2578868" indent="0">
              <a:buNone/>
              <a:defRPr sz="1800" b="1"/>
            </a:lvl6pPr>
            <a:lvl7pPr marL="3094641" indent="0">
              <a:buNone/>
              <a:defRPr sz="1800" b="1"/>
            </a:lvl7pPr>
            <a:lvl8pPr marL="3610415" indent="0">
              <a:buNone/>
              <a:defRPr sz="1800" b="1"/>
            </a:lvl8pPr>
            <a:lvl9pPr marL="4126188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5" y="1535113"/>
            <a:ext cx="4378590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5774" indent="0">
              <a:buNone/>
              <a:defRPr sz="2300" b="1"/>
            </a:lvl2pPr>
            <a:lvl3pPr marL="1031547" indent="0">
              <a:buNone/>
              <a:defRPr sz="2000" b="1"/>
            </a:lvl3pPr>
            <a:lvl4pPr marL="1547321" indent="0">
              <a:buNone/>
              <a:defRPr sz="1800" b="1"/>
            </a:lvl4pPr>
            <a:lvl5pPr marL="2063094" indent="0">
              <a:buNone/>
              <a:defRPr sz="1800" b="1"/>
            </a:lvl5pPr>
            <a:lvl6pPr marL="2578868" indent="0">
              <a:buNone/>
              <a:defRPr sz="1800" b="1"/>
            </a:lvl6pPr>
            <a:lvl7pPr marL="3094641" indent="0">
              <a:buNone/>
              <a:defRPr sz="1800" b="1"/>
            </a:lvl7pPr>
            <a:lvl8pPr marL="3610415" indent="0">
              <a:buNone/>
              <a:defRPr sz="1800" b="1"/>
            </a:lvl8pPr>
            <a:lvl9pPr marL="4126188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5" y="2174875"/>
            <a:ext cx="437859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4B2C3E-2A8A-4992-9813-B4F388F33B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12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C4F406-A635-4E34-81D2-8F9A0BDF6C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60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DF815AF-3641-4E3A-A8E1-3D3B316158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39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6" y="273049"/>
            <a:ext cx="3259006" cy="1162051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4"/>
            <a:ext cx="5537729" cy="5853113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6" y="1435104"/>
            <a:ext cx="3259006" cy="4691063"/>
          </a:xfrm>
        </p:spPr>
        <p:txBody>
          <a:bodyPr/>
          <a:lstStyle>
            <a:lvl1pPr marL="0" indent="0">
              <a:buNone/>
              <a:defRPr sz="1600"/>
            </a:lvl1pPr>
            <a:lvl2pPr marL="515774" indent="0">
              <a:buNone/>
              <a:defRPr sz="1400"/>
            </a:lvl2pPr>
            <a:lvl3pPr marL="1031547" indent="0">
              <a:buNone/>
              <a:defRPr sz="1100"/>
            </a:lvl3pPr>
            <a:lvl4pPr marL="1547321" indent="0">
              <a:buNone/>
              <a:defRPr sz="1000"/>
            </a:lvl4pPr>
            <a:lvl5pPr marL="2063094" indent="0">
              <a:buNone/>
              <a:defRPr sz="1000"/>
            </a:lvl5pPr>
            <a:lvl6pPr marL="2578868" indent="0">
              <a:buNone/>
              <a:defRPr sz="1000"/>
            </a:lvl6pPr>
            <a:lvl7pPr marL="3094641" indent="0">
              <a:buNone/>
              <a:defRPr sz="1000"/>
            </a:lvl7pPr>
            <a:lvl8pPr marL="3610415" indent="0">
              <a:buNone/>
              <a:defRPr sz="1000"/>
            </a:lvl8pPr>
            <a:lvl9pPr marL="412618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1A5BFB-7E49-4596-B333-6469DC3912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76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600"/>
            </a:lvl1pPr>
            <a:lvl2pPr marL="515774" indent="0">
              <a:buNone/>
              <a:defRPr sz="3200"/>
            </a:lvl2pPr>
            <a:lvl3pPr marL="1031547" indent="0">
              <a:buNone/>
              <a:defRPr sz="2700"/>
            </a:lvl3pPr>
            <a:lvl4pPr marL="1547321" indent="0">
              <a:buNone/>
              <a:defRPr sz="2300"/>
            </a:lvl4pPr>
            <a:lvl5pPr marL="2063094" indent="0">
              <a:buNone/>
              <a:defRPr sz="2300"/>
            </a:lvl5pPr>
            <a:lvl6pPr marL="2578868" indent="0">
              <a:buNone/>
              <a:defRPr sz="2300"/>
            </a:lvl6pPr>
            <a:lvl7pPr marL="3094641" indent="0">
              <a:buNone/>
              <a:defRPr sz="2300"/>
            </a:lvl7pPr>
            <a:lvl8pPr marL="3610415" indent="0">
              <a:buNone/>
              <a:defRPr sz="2300"/>
            </a:lvl8pPr>
            <a:lvl9pPr marL="4126188" indent="0">
              <a:buNone/>
              <a:defRPr sz="23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41"/>
            <a:ext cx="5943600" cy="804863"/>
          </a:xfrm>
        </p:spPr>
        <p:txBody>
          <a:bodyPr/>
          <a:lstStyle>
            <a:lvl1pPr marL="0" indent="0">
              <a:buNone/>
              <a:defRPr sz="1600"/>
            </a:lvl1pPr>
            <a:lvl2pPr marL="515774" indent="0">
              <a:buNone/>
              <a:defRPr sz="1400"/>
            </a:lvl2pPr>
            <a:lvl3pPr marL="1031547" indent="0">
              <a:buNone/>
              <a:defRPr sz="1100"/>
            </a:lvl3pPr>
            <a:lvl4pPr marL="1547321" indent="0">
              <a:buNone/>
              <a:defRPr sz="1000"/>
            </a:lvl4pPr>
            <a:lvl5pPr marL="2063094" indent="0">
              <a:buNone/>
              <a:defRPr sz="1000"/>
            </a:lvl5pPr>
            <a:lvl6pPr marL="2578868" indent="0">
              <a:buNone/>
              <a:defRPr sz="1000"/>
            </a:lvl6pPr>
            <a:lvl7pPr marL="3094641" indent="0">
              <a:buNone/>
              <a:defRPr sz="1000"/>
            </a:lvl7pPr>
            <a:lvl8pPr marL="3610415" indent="0">
              <a:buNone/>
              <a:defRPr sz="1000"/>
            </a:lvl8pPr>
            <a:lvl9pPr marL="412618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1B7F94-68BB-4684-9B94-250A5F33AF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10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7874D0-D225-417F-9013-8D8BB8FF16C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90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2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2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DDCC7FC-F6F0-48AD-B090-49A44914A4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5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742955" y="2130480"/>
            <a:ext cx="8419709" cy="146952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t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/>
            <a:r>
              <a:rPr lang="ko-KR"/>
              <a:t>제목 텍스트의 서식을 편집하려면 클릭하십시오.마스터 제목 스타일 편집</a:t>
            </a:r>
          </a:p>
        </p:txBody>
      </p:sp>
      <p:sp>
        <p:nvSpPr>
          <p:cNvPr id="3" name="날짜 개체 틀 3"/>
          <p:cNvSpPr txBox="1">
            <a:spLocks noGrp="1"/>
          </p:cNvSpPr>
          <p:nvPr>
            <p:ph type="dt" sz="half" idx="2"/>
          </p:nvPr>
        </p:nvSpPr>
        <p:spPr>
          <a:xfrm>
            <a:off x="495300" y="6356525"/>
            <a:ext cx="231114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spc="0">
                <a:solidFill>
                  <a:srgbClr val="000000"/>
                </a:solidFill>
                <a:latin typeface="맑은 고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3CE48FB0-A4B2-4AA8-8D2F-280CD559A140}" type="datetime1">
              <a:rPr lang="en-US"/>
              <a:pPr lvl="0"/>
              <a:t>11/5/2020</a:t>
            </a:fld>
            <a:endParaRPr lang="en-US"/>
          </a:p>
        </p:txBody>
      </p:sp>
      <p:sp>
        <p:nvSpPr>
          <p:cNvPr id="4" name="바닥글 개체 틀 4"/>
          <p:cNvSpPr txBox="1">
            <a:spLocks noGrp="1"/>
          </p:cNvSpPr>
          <p:nvPr>
            <p:ph type="ftr" sz="quarter" idx="3"/>
          </p:nvPr>
        </p:nvSpPr>
        <p:spPr>
          <a:xfrm>
            <a:off x="3384419" y="6356525"/>
            <a:ext cx="313638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lvl="0" rtl="0" hangingPunct="0">
              <a:buNone/>
              <a:tabLst/>
              <a:defRPr lang="en-US" sz="27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슬라이드 번호 개체 틀 5"/>
          <p:cNvSpPr txBox="1">
            <a:spLocks noGrp="1"/>
          </p:cNvSpPr>
          <p:nvPr>
            <p:ph type="sldNum" sz="quarter" idx="4"/>
          </p:nvPr>
        </p:nvSpPr>
        <p:spPr>
          <a:xfrm>
            <a:off x="7099170" y="6356525"/>
            <a:ext cx="231114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spc="0">
                <a:solidFill>
                  <a:srgbClr val="000000"/>
                </a:solidFill>
                <a:latin typeface="맑은 고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9C77EEA8-6A1C-419F-A0C3-79275A931264}" type="slidenum">
              <a:t>‹#›</a:t>
            </a:fld>
            <a:endParaRPr lang="en-US"/>
          </a:p>
        </p:txBody>
      </p:sp>
      <p:sp>
        <p:nvSpPr>
          <p:cNvPr id="6" name="텍스트 개체 틀 5"/>
          <p:cNvSpPr txBox="1">
            <a:spLocks noGrp="1"/>
          </p:cNvSpPr>
          <p:nvPr>
            <p:ph type="body" idx="1"/>
          </p:nvPr>
        </p:nvSpPr>
        <p:spPr>
          <a:xfrm>
            <a:off x="495300" y="1604520"/>
            <a:ext cx="8915010" cy="4525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ko-K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defPPr>
            <a:lvl1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ko-K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1pPr>
            <a:lvl2pPr marL="864000" lvl="1" indent="-324000" algn="l" rtl="0" hangingPunct="1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ko-KR" sz="2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2pPr>
            <a:lvl3pPr marL="1295999" lvl="2" indent="-288000" algn="l" rtl="0" hangingPunct="1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3pPr>
            <a:lvl4pPr marL="1728000" lvl="3" indent="-216000" algn="l" rtl="0" hangingPunct="1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4pPr>
            <a:lvl5pPr marL="2160000" lvl="4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5pPr>
            <a:lvl6pPr marL="2592000" lvl="5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6pPr>
            <a:lvl7pPr marL="3024000" lvl="6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7pPr>
            <a:lvl8pPr marL="3456000" lvl="7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8pPr>
            <a:lvl9pPr marL="3887999" lvl="8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ctr" rtl="0" hangingPunct="1">
        <a:spcBef>
          <a:spcPts val="0"/>
        </a:spcBef>
        <a:spcAft>
          <a:spcPts val="0"/>
        </a:spcAft>
        <a:buNone/>
        <a:tabLst/>
        <a:defRPr lang="ko-KR" sz="5000" b="0" i="0" u="none" strike="noStrike" kern="1200" spc="0">
          <a:ln>
            <a:noFill/>
          </a:ln>
          <a:solidFill>
            <a:srgbClr val="000000"/>
          </a:solidFill>
          <a:latin typeface="맑은 고딕" pitchFamily="18"/>
          <a:ea typeface="굴림" pitchFamily="2"/>
          <a:cs typeface="Arial" pitchFamily="2"/>
        </a:defRPr>
      </a:lvl1pPr>
    </p:titleStyle>
    <p:bodyStyle>
      <a:lvl1pPr algn="l" rtl="0" hangingPunct="1">
        <a:spcBef>
          <a:spcPts val="0"/>
        </a:spcBef>
        <a:spcAft>
          <a:spcPts val="1599"/>
        </a:spcAft>
        <a:tabLst/>
        <a:defRPr lang="ko-KR" altLang="en-US" sz="3600" b="0" i="0" u="none" strike="noStrike" kern="1200" spc="0">
          <a:ln>
            <a:noFill/>
          </a:ln>
          <a:solidFill>
            <a:srgbClr val="000000"/>
          </a:solidFill>
          <a:latin typeface="맑은 고딕" pitchFamily="18"/>
          <a:ea typeface="굴림" pitchFamily="2"/>
          <a:cs typeface="Arial" pitchFamily="2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495300" y="274680"/>
            <a:ext cx="8915010" cy="114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t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/>
            <a:r>
              <a:rPr lang="ko-KR"/>
              <a:t>제목 텍스트의 서식을 편집하려면 클릭하십시오.마스터 제목 스타일 편집</a:t>
            </a:r>
          </a:p>
        </p:txBody>
      </p:sp>
      <p:sp>
        <p:nvSpPr>
          <p:cNvPr id="3" name="내용 개체 틀 2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010" cy="452556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t"/>
          <a:lstStyle>
            <a:def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ko-K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defPPr>
            <a:lvl1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ko-K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1pPr>
            <a:lvl2pPr marL="864000" lvl="1" indent="-324000" algn="l" rtl="0" hangingPunct="1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ko-KR" sz="2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2pPr>
            <a:lvl3pPr marL="1295999" lvl="2" indent="-288000" algn="l" rtl="0" hangingPunct="1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3pPr>
            <a:lvl4pPr marL="1728000" lvl="3" indent="-216000" algn="l" rtl="0" hangingPunct="1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4pPr>
            <a:lvl5pPr marL="2160000" lvl="4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5pPr>
            <a:lvl6pPr marL="2592000" lvl="5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6pPr>
            <a:lvl7pPr marL="3024000" lvl="6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7pPr>
            <a:lvl8pPr marL="3456000" lvl="7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8pPr>
            <a:lvl9pPr marL="3887999" lvl="8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9pPr>
          </a:lstStyle>
          <a:p>
            <a:pPr lvl="0"/>
            <a:r>
              <a:rPr lang="ko-KR" altLang="en-US"/>
              <a:t>개요 텍스트의 서식을 편집하려면 클릭하십시오</a:t>
            </a:r>
          </a:p>
          <a:p>
            <a:pPr lvl="1"/>
            <a:r>
              <a:rPr lang="en-US" altLang="ko-KR"/>
              <a:t>2</a:t>
            </a:r>
            <a:r>
              <a:rPr lang="ko-KR" altLang="en-US"/>
              <a:t>번째 개요 수준</a:t>
            </a:r>
          </a:p>
          <a:p>
            <a:pPr lvl="2"/>
            <a:r>
              <a:rPr lang="en-US" altLang="ko-KR"/>
              <a:t>3</a:t>
            </a:r>
            <a:r>
              <a:rPr lang="ko-KR" altLang="en-US"/>
              <a:t>번째 개요 수준</a:t>
            </a:r>
          </a:p>
          <a:p>
            <a:pPr lvl="3"/>
            <a:r>
              <a:rPr lang="en-US" altLang="ko-KR"/>
              <a:t>4</a:t>
            </a:r>
            <a:r>
              <a:rPr lang="ko-KR" altLang="en-US"/>
              <a:t>번째 개요 수준</a:t>
            </a:r>
          </a:p>
          <a:p>
            <a:pPr lvl="4"/>
            <a:r>
              <a:rPr lang="en-US" altLang="ko-KR"/>
              <a:t>5</a:t>
            </a:r>
            <a:r>
              <a:rPr lang="ko-KR" altLang="en-US"/>
              <a:t>번째 개요 수준</a:t>
            </a:r>
          </a:p>
          <a:p>
            <a:pPr lvl="5"/>
            <a:r>
              <a:rPr lang="en-US" altLang="ko-KR"/>
              <a:t>6</a:t>
            </a:r>
            <a:r>
              <a:rPr lang="ko-KR" altLang="en-US"/>
              <a:t>번째 개요 수준</a:t>
            </a:r>
          </a:p>
          <a:p>
            <a:pPr lvl="6"/>
            <a:r>
              <a:rPr lang="en-US" altLang="ko-KR"/>
              <a:t>7</a:t>
            </a:r>
            <a:r>
              <a:rPr lang="ko-KR" altLang="en-US"/>
              <a:t>번째 개요 수준</a:t>
            </a:r>
          </a:p>
          <a:p>
            <a:pPr lvl="7"/>
            <a:r>
              <a:rPr lang="en-US" altLang="ko-KR"/>
              <a:t>8</a:t>
            </a:r>
            <a:r>
              <a:rPr lang="ko-KR" altLang="en-US"/>
              <a:t>번째 개요 수준</a:t>
            </a:r>
          </a:p>
          <a:p>
            <a:pPr lvl="0"/>
            <a:r>
              <a:rPr lang="en-US" altLang="ko-KR"/>
              <a:t>9</a:t>
            </a:r>
            <a:r>
              <a:rPr lang="ko-KR" altLang="en-US"/>
              <a:t>번째 개요 수준마스터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 txBox="1">
            <a:spLocks noGrp="1"/>
          </p:cNvSpPr>
          <p:nvPr>
            <p:ph type="dt" sz="half" idx="2"/>
          </p:nvPr>
        </p:nvSpPr>
        <p:spPr>
          <a:xfrm>
            <a:off x="495300" y="6356525"/>
            <a:ext cx="231114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spc="0">
                <a:solidFill>
                  <a:srgbClr val="000000"/>
                </a:solidFill>
                <a:latin typeface="맑은 고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BC0AFF7F-7426-42D1-B0EE-1D952A4F4BF2}" type="datetime1">
              <a:rPr lang="en-US"/>
              <a:pPr lvl="0"/>
              <a:t>11/5/2020</a:t>
            </a:fld>
            <a:endParaRPr lang="en-US"/>
          </a:p>
        </p:txBody>
      </p:sp>
      <p:sp>
        <p:nvSpPr>
          <p:cNvPr id="5" name="바닥글 개체 틀 4"/>
          <p:cNvSpPr txBox="1">
            <a:spLocks noGrp="1"/>
          </p:cNvSpPr>
          <p:nvPr>
            <p:ph type="ftr" sz="quarter" idx="3"/>
          </p:nvPr>
        </p:nvSpPr>
        <p:spPr>
          <a:xfrm>
            <a:off x="3384419" y="6356525"/>
            <a:ext cx="313638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lvl="0" rtl="0" hangingPunct="0">
              <a:buNone/>
              <a:tabLst/>
              <a:defRPr lang="en-US" sz="27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슬라이드 번호 개체 틀 5"/>
          <p:cNvSpPr txBox="1">
            <a:spLocks noGrp="1"/>
          </p:cNvSpPr>
          <p:nvPr>
            <p:ph type="sldNum" sz="quarter" idx="4"/>
          </p:nvPr>
        </p:nvSpPr>
        <p:spPr>
          <a:xfrm>
            <a:off x="7099170" y="6356525"/>
            <a:ext cx="231114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spc="0">
                <a:solidFill>
                  <a:srgbClr val="000000"/>
                </a:solidFill>
                <a:latin typeface="맑은 고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C4344B05-8310-4220-914C-72DFDC806B1C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lvl="0" algn="ctr" rtl="0" hangingPunct="1">
        <a:spcBef>
          <a:spcPts val="0"/>
        </a:spcBef>
        <a:spcAft>
          <a:spcPts val="0"/>
        </a:spcAft>
        <a:buNone/>
        <a:tabLst/>
        <a:defRPr lang="ko-KR" sz="5000" b="0" i="0" u="none" strike="noStrike" kern="1200" spc="0">
          <a:ln>
            <a:noFill/>
          </a:ln>
          <a:solidFill>
            <a:srgbClr val="000000"/>
          </a:solidFill>
          <a:latin typeface="맑은 고딕" pitchFamily="18"/>
          <a:ea typeface="굴림" pitchFamily="2"/>
          <a:cs typeface="Arial" pitchFamily="2"/>
        </a:defRPr>
      </a:lvl1pPr>
    </p:titleStyle>
    <p:bodyStyle>
      <a:lvl1pPr lvl="0">
        <a:buSzPct val="45000"/>
        <a:buFont typeface="StarSymbol"/>
        <a:buChar char="●"/>
        <a:tabLst/>
        <a:defRPr lang="ko-KR" altLang="en-US" sz="3600" b="0" i="0" u="none" strike="noStrike" spc="0">
          <a:solidFill>
            <a:srgbClr val="000000"/>
          </a:solidFill>
          <a:latin typeface="맑은 고딕" pitchFamily="18"/>
        </a:defRPr>
      </a:lvl1pPr>
      <a:lvl2pPr lvl="1">
        <a:buSzPct val="75000"/>
        <a:buFont typeface="StarSymbol"/>
        <a:buChar char="–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2pPr>
      <a:lvl3pPr lvl="2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3pPr>
      <a:lvl4pPr lvl="3">
        <a:buSzPct val="75000"/>
        <a:buFont typeface="StarSymbol"/>
        <a:buChar char="–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4pPr>
      <a:lvl5pPr lvl="4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5pPr>
      <a:lvl6pPr lvl="5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6pPr>
      <a:lvl7pPr lvl="6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7pPr>
      <a:lvl8pPr lvl="7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8pPr>
      <a:lvl9pPr marL="0" marR="0" lvl="0" indent="0" algn="l" rtl="0" hangingPunct="1">
        <a:spcBef>
          <a:spcPts val="720"/>
        </a:spcBef>
        <a:spcAft>
          <a:spcPts val="1599"/>
        </a:spcAft>
        <a:buSzPct val="45000"/>
        <a:buFont typeface="Arial" pitchFamily="32"/>
        <a:buChar char="•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jiyeon/Team3_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0" y="2440207"/>
            <a:ext cx="9905610" cy="146952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en-US" altLang="ko-KR" sz="61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6100" b="1" dirty="0">
                <a:solidFill>
                  <a:schemeClr val="bg1"/>
                </a:solidFill>
                <a:latin typeface="+mn-ea"/>
                <a:ea typeface="+mn-ea"/>
              </a:rPr>
              <a:t>학사관리 시스템</a:t>
            </a:r>
            <a:endParaRPr lang="en-US" sz="6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1180356" y="2375169"/>
            <a:ext cx="754489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endParaRPr lang="en-US" sz="74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49" y="6299367"/>
            <a:ext cx="9774187" cy="535049"/>
          </a:xfrm>
          <a:prstGeom prst="rect">
            <a:avLst/>
          </a:prstGeom>
          <a:noFill/>
        </p:spPr>
        <p:txBody>
          <a:bodyPr wrap="square" lIns="103155" tIns="51577" rIns="103155" bIns="51577" rtlCol="0">
            <a:spAutoFit/>
          </a:bodyPr>
          <a:lstStyle/>
          <a:p>
            <a:pPr algn="r"/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권현정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오지연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chemeClr val="bg1"/>
                </a:solidFill>
                <a:latin typeface="+mn-ea"/>
              </a:rPr>
              <a:t>임예람</a:t>
            </a:r>
            <a:endParaRPr lang="ko-KR" alt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1810699"/>
            <a:ext cx="9905610" cy="551892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en-US" altLang="ko-KR" sz="3200" b="1" dirty="0">
                <a:solidFill>
                  <a:srgbClr val="FFCC00"/>
                </a:solidFill>
                <a:latin typeface="+mn-ea"/>
                <a:ea typeface="+mn-ea"/>
              </a:rPr>
              <a:t> </a:t>
            </a:r>
            <a:r>
              <a:rPr lang="en-US" altLang="ko-KR" sz="2800" b="1" dirty="0">
                <a:solidFill>
                  <a:srgbClr val="FFCC00"/>
                </a:solidFill>
                <a:latin typeface="+mn-ea"/>
                <a:ea typeface="+mn-ea"/>
              </a:rPr>
              <a:t>Team3</a:t>
            </a:r>
            <a:endParaRPr lang="en-US" sz="2800" b="1" dirty="0">
              <a:solidFill>
                <a:srgbClr val="FFCC00"/>
              </a:solidFill>
              <a:latin typeface="+mn-ea"/>
              <a:ea typeface="+mn-ea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180356" y="3837721"/>
            <a:ext cx="754489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endParaRPr lang="en-US" sz="7400" b="1" dirty="0">
              <a:solidFill>
                <a:schemeClr val="bg1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35DEBA-43E9-4C0F-B7FC-DD519698A9BD}"/>
              </a:ext>
            </a:extLst>
          </p:cNvPr>
          <p:cNvGrpSpPr/>
          <p:nvPr/>
        </p:nvGrpSpPr>
        <p:grpSpPr>
          <a:xfrm>
            <a:off x="7689304" y="1169983"/>
            <a:ext cx="1368152" cy="916662"/>
            <a:chOff x="7545288" y="1167949"/>
            <a:chExt cx="1440160" cy="964907"/>
          </a:xfrm>
        </p:grpSpPr>
        <p:sp>
          <p:nvSpPr>
            <p:cNvPr id="4" name="말풍선: 타원형 3">
              <a:extLst>
                <a:ext uri="{FF2B5EF4-FFF2-40B4-BE49-F238E27FC236}">
                  <a16:creationId xmlns:a16="http://schemas.microsoft.com/office/drawing/2014/main" id="{4036751B-52EA-4114-8E93-A69AAA6B2087}"/>
                </a:ext>
              </a:extLst>
            </p:cNvPr>
            <p:cNvSpPr/>
            <p:nvPr/>
          </p:nvSpPr>
          <p:spPr>
            <a:xfrm rot="662216">
              <a:off x="7545288" y="1167949"/>
              <a:ext cx="1440160" cy="964907"/>
            </a:xfrm>
            <a:prstGeom prst="wedgeEllipseCallo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rgbClr val="11264F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02621BF-8FD7-4DA5-977E-DE8B482099CD}"/>
                </a:ext>
              </a:extLst>
            </p:cNvPr>
            <p:cNvSpPr txBox="1"/>
            <p:nvPr/>
          </p:nvSpPr>
          <p:spPr>
            <a:xfrm>
              <a:off x="7758791" y="1449829"/>
              <a:ext cx="10131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메뉴얼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8401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2CFA78-DBA4-46A4-AC44-DC100EB05FD8}"/>
              </a:ext>
            </a:extLst>
          </p:cNvPr>
          <p:cNvSpPr/>
          <p:nvPr/>
        </p:nvSpPr>
        <p:spPr>
          <a:xfrm>
            <a:off x="0" y="3717032"/>
            <a:ext cx="9906000" cy="3140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56456" y="476672"/>
            <a:ext cx="2689588" cy="83493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ko-KR" altLang="en-US" sz="4000" b="1" dirty="0">
                <a:solidFill>
                  <a:srgbClr val="FFCC00"/>
                </a:solidFill>
                <a:latin typeface="+mn-ea"/>
                <a:ea typeface="+mn-ea"/>
              </a:rPr>
              <a:t>목 차</a:t>
            </a:r>
            <a:endParaRPr lang="en-US" sz="4000" b="1" dirty="0">
              <a:solidFill>
                <a:srgbClr val="FFCC00"/>
              </a:solidFill>
              <a:latin typeface="+mn-ea"/>
              <a:ea typeface="+mn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70CA57-1BC1-4865-9867-9269665C79A4}"/>
              </a:ext>
            </a:extLst>
          </p:cNvPr>
          <p:cNvGrpSpPr/>
          <p:nvPr/>
        </p:nvGrpSpPr>
        <p:grpSpPr>
          <a:xfrm>
            <a:off x="1177349" y="3126007"/>
            <a:ext cx="7551301" cy="2455975"/>
            <a:chOff x="248155" y="3126007"/>
            <a:chExt cx="7551301" cy="2455975"/>
          </a:xfrm>
        </p:grpSpPr>
        <p:sp>
          <p:nvSpPr>
            <p:cNvPr id="16" name="직사각형 15"/>
            <p:cNvSpPr/>
            <p:nvPr/>
          </p:nvSpPr>
          <p:spPr>
            <a:xfrm>
              <a:off x="248155" y="3918095"/>
              <a:ext cx="1344794" cy="792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구성</a:t>
              </a:r>
              <a:endParaRPr lang="en-US" altLang="ko-KR" b="1" dirty="0">
                <a:solidFill>
                  <a:srgbClr val="11264F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요소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1F71488-951C-4640-A2DF-3210856D896C}"/>
                </a:ext>
              </a:extLst>
            </p:cNvPr>
            <p:cNvGrpSpPr/>
            <p:nvPr/>
          </p:nvGrpSpPr>
          <p:grpSpPr>
            <a:xfrm>
              <a:off x="468140" y="3126007"/>
              <a:ext cx="7020780" cy="802840"/>
              <a:chOff x="524508" y="2569831"/>
              <a:chExt cx="7020780" cy="802840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CFF6496-D382-4056-AAF0-3497BB9FE71B}"/>
                  </a:ext>
                </a:extLst>
              </p:cNvPr>
              <p:cNvSpPr/>
              <p:nvPr/>
            </p:nvSpPr>
            <p:spPr>
              <a:xfrm>
                <a:off x="524508" y="2569831"/>
                <a:ext cx="900100" cy="792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b="1" dirty="0">
                    <a:latin typeface="+mn-ea"/>
                  </a:rPr>
                  <a:t>01</a:t>
                </a:r>
                <a:endParaRPr lang="ko-KR" altLang="en-US" sz="4400" b="1" dirty="0">
                  <a:latin typeface="+mn-ea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E2D96F90-22C1-4A0C-AC8D-FC3AA8A047D4}"/>
                  </a:ext>
                </a:extLst>
              </p:cNvPr>
              <p:cNvSpPr/>
              <p:nvPr/>
            </p:nvSpPr>
            <p:spPr>
              <a:xfrm>
                <a:off x="2612740" y="2580583"/>
                <a:ext cx="900100" cy="792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b="1" dirty="0">
                    <a:latin typeface="+mn-ea"/>
                  </a:rPr>
                  <a:t>02</a:t>
                </a:r>
                <a:endParaRPr lang="ko-KR" altLang="en-US" sz="4400" b="1" dirty="0">
                  <a:latin typeface="+mn-ea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0C489BF5-2657-4CAA-936B-3B6BB9CC6F7E}"/>
                  </a:ext>
                </a:extLst>
              </p:cNvPr>
              <p:cNvSpPr/>
              <p:nvPr/>
            </p:nvSpPr>
            <p:spPr>
              <a:xfrm>
                <a:off x="4700972" y="2580583"/>
                <a:ext cx="900100" cy="792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b="1" dirty="0">
                    <a:latin typeface="+mn-ea"/>
                  </a:rPr>
                  <a:t>03</a:t>
                </a:r>
                <a:endParaRPr lang="ko-KR" altLang="en-US" sz="4400" b="1" dirty="0">
                  <a:latin typeface="+mn-ea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889A12F-2DD4-443D-86E0-10DBC5C2E4FA}"/>
                  </a:ext>
                </a:extLst>
              </p:cNvPr>
              <p:cNvSpPr/>
              <p:nvPr/>
            </p:nvSpPr>
            <p:spPr>
              <a:xfrm>
                <a:off x="6645188" y="2580583"/>
                <a:ext cx="900100" cy="792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b="1" dirty="0">
                    <a:latin typeface="+mn-ea"/>
                  </a:rPr>
                  <a:t>04</a:t>
                </a:r>
                <a:endParaRPr lang="ko-KR" altLang="en-US" sz="4400" b="1" dirty="0">
                  <a:latin typeface="+mn-ea"/>
                </a:endParaRPr>
              </a:p>
            </p:txBody>
          </p:sp>
        </p:grp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57729FA-518D-49FA-AF62-4CDB349CE9F2}"/>
                </a:ext>
              </a:extLst>
            </p:cNvPr>
            <p:cNvSpPr/>
            <p:nvPr/>
          </p:nvSpPr>
          <p:spPr>
            <a:xfrm>
              <a:off x="2330578" y="3918095"/>
              <a:ext cx="1344794" cy="792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다운</a:t>
              </a:r>
              <a:endParaRPr lang="en-US" altLang="ko-KR" b="1" dirty="0">
                <a:solidFill>
                  <a:srgbClr val="11264F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로드</a:t>
              </a:r>
              <a:endParaRPr lang="en-US" altLang="ko-KR" b="1" dirty="0">
                <a:solidFill>
                  <a:srgbClr val="11264F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C959EF0-A51C-4A03-817D-347B6D1A3D32}"/>
                </a:ext>
              </a:extLst>
            </p:cNvPr>
            <p:cNvSpPr/>
            <p:nvPr/>
          </p:nvSpPr>
          <p:spPr>
            <a:xfrm>
              <a:off x="4419497" y="3918095"/>
              <a:ext cx="1344794" cy="792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오라클</a:t>
              </a:r>
              <a:endParaRPr lang="en-US" altLang="ko-KR" b="1" dirty="0">
                <a:solidFill>
                  <a:srgbClr val="11264F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설정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FF583E8-E2C7-4A06-BC66-FEE79835682D}"/>
                </a:ext>
              </a:extLst>
            </p:cNvPr>
            <p:cNvSpPr/>
            <p:nvPr/>
          </p:nvSpPr>
          <p:spPr>
            <a:xfrm>
              <a:off x="6366274" y="3918095"/>
              <a:ext cx="1344794" cy="792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이클립스</a:t>
              </a:r>
              <a:endParaRPr lang="en-US" altLang="ko-KR" b="1" dirty="0">
                <a:solidFill>
                  <a:srgbClr val="11264F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설정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4980F9-8001-4CFD-8D6C-DB968BFD67AD}"/>
                </a:ext>
              </a:extLst>
            </p:cNvPr>
            <p:cNvSpPr txBox="1"/>
            <p:nvPr/>
          </p:nvSpPr>
          <p:spPr>
            <a:xfrm>
              <a:off x="6277886" y="4797152"/>
              <a:ext cx="1521570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/>
                <a:t>1. File Import</a:t>
              </a:r>
            </a:p>
            <a:p>
              <a:r>
                <a:rPr lang="en-US" altLang="ko-KR" sz="1500" dirty="0"/>
                <a:t>2. Context </a:t>
              </a:r>
              <a:r>
                <a:rPr lang="ko-KR" altLang="en-US" sz="1500" dirty="0"/>
                <a:t>등록</a:t>
              </a:r>
              <a:endParaRPr lang="en-US" altLang="ko-KR" sz="1500" dirty="0"/>
            </a:p>
            <a:p>
              <a:r>
                <a:rPr lang="en-US" altLang="ko-KR" sz="1500" dirty="0"/>
                <a:t>3. DBCP</a:t>
              </a:r>
              <a:r>
                <a:rPr lang="ko-KR" altLang="en-US" sz="1500" dirty="0"/>
                <a:t> 설정</a:t>
              </a:r>
              <a:endParaRPr lang="en-US" altLang="ko-KR" sz="15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BAE0C4-0B22-4FB8-BC3D-38CB1E4FF3C3}"/>
                </a:ext>
              </a:extLst>
            </p:cNvPr>
            <p:cNvSpPr txBox="1"/>
            <p:nvPr/>
          </p:nvSpPr>
          <p:spPr>
            <a:xfrm>
              <a:off x="4361758" y="4797152"/>
              <a:ext cx="146027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/>
                <a:t>1. Data Import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381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F3CB9BD-66F0-4405-B496-8750AA5425D0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3A1D054-2CFF-41FA-8F57-B835E88896C9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9" name="제목 1">
              <a:extLst>
                <a:ext uri="{FF2B5EF4-FFF2-40B4-BE49-F238E27FC236}">
                  <a16:creationId xmlns:a16="http://schemas.microsoft.com/office/drawing/2014/main" id="{076CA863-0C26-4AF2-8DCD-0E3B8F3F32D5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01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구성요소 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02  03  04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6B3D964-5075-40A8-8DEF-ACDD1EFB164C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11" name="이등변 삼각형 10">
                <a:extLst>
                  <a:ext uri="{FF2B5EF4-FFF2-40B4-BE49-F238E27FC236}">
                    <a16:creationId xmlns:a16="http://schemas.microsoft.com/office/drawing/2014/main" id="{E5609107-4EF9-4A7B-89E3-51987509509B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EE582F0-A04D-4C26-9EBC-92121CDE5FB3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994E467B-B017-416E-BF8F-2212C902D3F5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C8DD665-6234-4CE8-8544-7A79FE20260B}"/>
              </a:ext>
            </a:extLst>
          </p:cNvPr>
          <p:cNvSpPr txBox="1"/>
          <p:nvPr/>
        </p:nvSpPr>
        <p:spPr>
          <a:xfrm>
            <a:off x="344488" y="1101380"/>
            <a:ext cx="92170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1. </a:t>
            </a:r>
            <a:r>
              <a:rPr lang="ko-KR" altLang="en-US" sz="1500" b="1" dirty="0">
                <a:solidFill>
                  <a:srgbClr val="11264F"/>
                </a:solidFill>
              </a:rPr>
              <a:t>프로젝트 개발 시 사용한 개발도구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4673036-81B0-45F5-8BAE-29591E00C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366785"/>
              </p:ext>
            </p:extLst>
          </p:nvPr>
        </p:nvGraphicFramePr>
        <p:xfrm>
          <a:off x="357198" y="1607339"/>
          <a:ext cx="9191603" cy="2677507"/>
        </p:xfrm>
        <a:graphic>
          <a:graphicData uri="http://schemas.openxmlformats.org/drawingml/2006/table">
            <a:tbl>
              <a:tblPr firstRow="1" bandRow="1"/>
              <a:tblGrid>
                <a:gridCol w="2863002">
                  <a:extLst>
                    <a:ext uri="{9D8B030D-6E8A-4147-A177-3AD203B41FA5}">
                      <a16:colId xmlns:a16="http://schemas.microsoft.com/office/drawing/2014/main" val="3836895431"/>
                    </a:ext>
                  </a:extLst>
                </a:gridCol>
                <a:gridCol w="2740912">
                  <a:extLst>
                    <a:ext uri="{9D8B030D-6E8A-4147-A177-3AD203B41FA5}">
                      <a16:colId xmlns:a16="http://schemas.microsoft.com/office/drawing/2014/main" val="1013639852"/>
                    </a:ext>
                  </a:extLst>
                </a:gridCol>
                <a:gridCol w="3587689">
                  <a:extLst>
                    <a:ext uri="{9D8B030D-6E8A-4147-A177-3AD203B41FA5}">
                      <a16:colId xmlns:a16="http://schemas.microsoft.com/office/drawing/2014/main" val="2683833154"/>
                    </a:ext>
                  </a:extLst>
                </a:gridCol>
              </a:tblGrid>
              <a:tr h="50493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개발도구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6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역할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6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파일위치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501944"/>
                  </a:ext>
                </a:extLst>
              </a:tr>
              <a:tr h="58101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 dirty="0" err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sourcetree</a:t>
                      </a:r>
                      <a:endParaRPr lang="en-US" altLang="ko-KR" sz="1500" b="1" dirty="0">
                        <a:solidFill>
                          <a:srgbClr val="11264F"/>
                        </a:solidFill>
                        <a:latin typeface="+mn-ea"/>
                        <a:ea typeface="+mn-ea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(Git GUI)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형상관리 도구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C:\SourceTree\SourceTree.exe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278261"/>
                  </a:ext>
                </a:extLst>
              </a:tr>
              <a:tr h="50493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이클립스</a:t>
                      </a: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 4.15.0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Java </a:t>
                      </a:r>
                      <a:r>
                        <a:rPr lang="en-US" altLang="ko-KR" sz="1500" b="1" dirty="0" err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통합</a:t>
                      </a: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1" dirty="0" err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개발도구</a:t>
                      </a: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(IDE)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C:\eclipse\eclipse.exe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816012"/>
                  </a:ext>
                </a:extLst>
              </a:tr>
              <a:tr h="58101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sqldeveloper 19.2.1.247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oracle </a:t>
                      </a:r>
                      <a:r>
                        <a:rPr lang="ko-KR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통합 개발 </a:t>
                      </a:r>
                      <a:r>
                        <a:rPr lang="ko-KR" altLang="en-US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도구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C:\sqldeveloper\sqldeveloper.exe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612060"/>
                  </a:ext>
                </a:extLst>
              </a:tr>
              <a:tr h="50493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Apache Tomcat7.0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web application server</a:t>
                      </a:r>
                      <a:endParaRPr lang="ko-KR" altLang="en-US" sz="1500" b="1">
                        <a:solidFill>
                          <a:srgbClr val="11264F"/>
                        </a:solidFill>
                        <a:latin typeface="+mn-ea"/>
                        <a:ea typeface="+mn-ea"/>
                      </a:endParaRP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C:\Tomcat 7.0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86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619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D5DC0CAD-3D03-4B34-8883-F99CAA088979}"/>
              </a:ext>
            </a:extLst>
          </p:cNvPr>
          <p:cNvGrpSpPr/>
          <p:nvPr/>
        </p:nvGrpSpPr>
        <p:grpSpPr>
          <a:xfrm>
            <a:off x="2144688" y="1816589"/>
            <a:ext cx="5616624" cy="722198"/>
            <a:chOff x="2144688" y="2703007"/>
            <a:chExt cx="5616624" cy="72219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52EBF5A-913C-4EFA-B0EE-3AB52538E2B7}"/>
                </a:ext>
              </a:extLst>
            </p:cNvPr>
            <p:cNvSpPr txBox="1"/>
            <p:nvPr/>
          </p:nvSpPr>
          <p:spPr>
            <a:xfrm>
              <a:off x="3008784" y="2763301"/>
              <a:ext cx="475252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rgbClr val="11264F"/>
                  </a:solidFill>
                </a:rPr>
                <a:t>Team3 GitHub Site</a:t>
              </a:r>
            </a:p>
            <a:p>
              <a:r>
                <a:rPr lang="en-US" altLang="ko-KR" b="1" dirty="0">
                  <a:solidFill>
                    <a:srgbClr val="11264F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https://github.com/ojiyeon/Team3_2</a:t>
              </a:r>
              <a:endParaRPr lang="ko-KR" altLang="en-US" b="1" dirty="0">
                <a:solidFill>
                  <a:srgbClr val="11264F"/>
                </a:solidFill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9965C86-838B-44E9-A1B8-155941F2A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4688" y="2703007"/>
              <a:ext cx="722198" cy="722198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F3CB9BD-66F0-4405-B496-8750AA5425D0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3A1D054-2CFF-41FA-8F57-B835E88896C9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9" name="제목 1">
              <a:extLst>
                <a:ext uri="{FF2B5EF4-FFF2-40B4-BE49-F238E27FC236}">
                  <a16:creationId xmlns:a16="http://schemas.microsoft.com/office/drawing/2014/main" id="{076CA863-0C26-4AF2-8DCD-0E3B8F3F32D5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01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02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다운로드 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03  04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6B3D964-5075-40A8-8DEF-ACDD1EFB164C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11" name="이등변 삼각형 10">
                <a:extLst>
                  <a:ext uri="{FF2B5EF4-FFF2-40B4-BE49-F238E27FC236}">
                    <a16:creationId xmlns:a16="http://schemas.microsoft.com/office/drawing/2014/main" id="{E5609107-4EF9-4A7B-89E3-51987509509B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EE582F0-A04D-4C26-9EBC-92121CDE5FB3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994E467B-B017-416E-BF8F-2212C902D3F5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1E37B60-60CC-4FDA-B2F2-48509B887424}"/>
              </a:ext>
            </a:extLst>
          </p:cNvPr>
          <p:cNvSpPr txBox="1"/>
          <p:nvPr/>
        </p:nvSpPr>
        <p:spPr>
          <a:xfrm>
            <a:off x="344488" y="1101380"/>
            <a:ext cx="92170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1. </a:t>
            </a:r>
            <a:r>
              <a:rPr lang="ko-KR" altLang="en-US" sz="1500" b="1" dirty="0">
                <a:solidFill>
                  <a:srgbClr val="11264F"/>
                </a:solidFill>
              </a:rPr>
              <a:t>아래 사이트에 들어가 실행에 필요한 파일들을 다운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DEC3341-B3B5-439D-BD6F-CD1BC3FB39A1}"/>
              </a:ext>
            </a:extLst>
          </p:cNvPr>
          <p:cNvGrpSpPr/>
          <p:nvPr/>
        </p:nvGrpSpPr>
        <p:grpSpPr>
          <a:xfrm>
            <a:off x="585787" y="2797934"/>
            <a:ext cx="8734425" cy="3743265"/>
            <a:chOff x="585787" y="2746250"/>
            <a:chExt cx="8734425" cy="374326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4CC726-59AE-4BB4-8581-801F285EC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5787" y="2746250"/>
              <a:ext cx="8734425" cy="355282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A2068E-9387-4DB7-9333-43C51BC4F544}"/>
                </a:ext>
              </a:extLst>
            </p:cNvPr>
            <p:cNvSpPr txBox="1"/>
            <p:nvPr/>
          </p:nvSpPr>
          <p:spPr>
            <a:xfrm>
              <a:off x="645660" y="6230618"/>
              <a:ext cx="8614677" cy="25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>
                  <a:solidFill>
                    <a:srgbClr val="11264F"/>
                  </a:solidFill>
                </a:rPr>
                <a:t>ver.1</a:t>
              </a:r>
              <a:r>
                <a:rPr lang="ko-KR" altLang="en-US" sz="1200" b="1" dirty="0">
                  <a:solidFill>
                    <a:srgbClr val="11264F"/>
                  </a:solidFill>
                </a:rPr>
                <a:t>은 게시글 작성 시 글자만 쓸 수 있고 </a:t>
              </a:r>
              <a:r>
                <a:rPr lang="en-US" altLang="ko-KR" sz="1200" b="1" dirty="0">
                  <a:solidFill>
                    <a:srgbClr val="11264F"/>
                  </a:solidFill>
                </a:rPr>
                <a:t>ver.2</a:t>
              </a:r>
              <a:r>
                <a:rPr lang="ko-KR" altLang="en-US" sz="1200" b="1" dirty="0">
                  <a:solidFill>
                    <a:srgbClr val="11264F"/>
                  </a:solidFill>
                </a:rPr>
                <a:t>는 </a:t>
              </a:r>
              <a:r>
                <a:rPr lang="en-US" altLang="ko-KR" sz="1200" b="1" dirty="0" err="1">
                  <a:solidFill>
                    <a:srgbClr val="11264F"/>
                  </a:solidFill>
                </a:rPr>
                <a:t>summernote</a:t>
              </a:r>
              <a:r>
                <a:rPr lang="en-US" altLang="ko-KR" sz="1200" b="1" dirty="0">
                  <a:solidFill>
                    <a:srgbClr val="11264F"/>
                  </a:solidFill>
                </a:rPr>
                <a:t> API</a:t>
              </a:r>
              <a:r>
                <a:rPr lang="ko-KR" altLang="en-US" sz="1200" b="1" dirty="0">
                  <a:solidFill>
                    <a:srgbClr val="11264F"/>
                  </a:solidFill>
                </a:rPr>
                <a:t>를 이용하여 다양한 기능을 제공</a:t>
              </a:r>
              <a:endParaRPr lang="ko-KR" altLang="en-US" sz="1200" b="1" dirty="0">
                <a:solidFill>
                  <a:srgbClr val="C00000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9DD722E-7236-4988-8DF9-0AF6FBDC826F}"/>
                </a:ext>
              </a:extLst>
            </p:cNvPr>
            <p:cNvSpPr/>
            <p:nvPr/>
          </p:nvSpPr>
          <p:spPr>
            <a:xfrm>
              <a:off x="614710" y="4077072"/>
              <a:ext cx="8614676" cy="21235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0910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C1834ADF-949D-440B-A341-7A4E492E9182}"/>
              </a:ext>
            </a:extLst>
          </p:cNvPr>
          <p:cNvGrpSpPr/>
          <p:nvPr/>
        </p:nvGrpSpPr>
        <p:grpSpPr>
          <a:xfrm>
            <a:off x="-1" y="1818186"/>
            <a:ext cx="9906001" cy="3938434"/>
            <a:chOff x="-1" y="1772816"/>
            <a:chExt cx="9906001" cy="393843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BDDA750-5FD8-49D6-9ADC-7C11355CC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1772816"/>
              <a:ext cx="9906001" cy="393843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E8E767D-AE8E-44FD-A254-EFCDCDBA18AC}"/>
                </a:ext>
              </a:extLst>
            </p:cNvPr>
            <p:cNvSpPr/>
            <p:nvPr/>
          </p:nvSpPr>
          <p:spPr>
            <a:xfrm>
              <a:off x="8390178" y="4797152"/>
              <a:ext cx="883302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1820591-4E9C-42E7-A111-B03C314C3ECB}"/>
              </a:ext>
            </a:extLst>
          </p:cNvPr>
          <p:cNvSpPr txBox="1"/>
          <p:nvPr/>
        </p:nvSpPr>
        <p:spPr>
          <a:xfrm>
            <a:off x="344488" y="1101380"/>
            <a:ext cx="92170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2. </a:t>
            </a:r>
            <a:r>
              <a:rPr lang="ko-KR" altLang="en-US" sz="1500" b="1" dirty="0">
                <a:solidFill>
                  <a:srgbClr val="11264F"/>
                </a:solidFill>
              </a:rPr>
              <a:t>다운받을 파일을 누르면 아래와 같은 화면이 나오며 </a:t>
            </a:r>
            <a:r>
              <a:rPr lang="en-US" altLang="ko-KR" sz="1500" b="1" dirty="0">
                <a:solidFill>
                  <a:srgbClr val="11264F"/>
                </a:solidFill>
              </a:rPr>
              <a:t>Download</a:t>
            </a:r>
            <a:r>
              <a:rPr lang="ko-KR" altLang="en-US" sz="1500" b="1" dirty="0">
                <a:solidFill>
                  <a:srgbClr val="11264F"/>
                </a:solidFill>
              </a:rPr>
              <a:t>를 누르면 내컴퓨터에 저장됨</a:t>
            </a:r>
            <a:endParaRPr lang="en-US" altLang="ko-KR" sz="1500" b="1" dirty="0">
              <a:solidFill>
                <a:srgbClr val="11264F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1986DBA-CFC5-4058-8FBA-492AF172510F}"/>
              </a:ext>
            </a:extLst>
          </p:cNvPr>
          <p:cNvCxnSpPr>
            <a:cxnSpLocks/>
            <a:stCxn id="10" idx="1"/>
            <a:endCxn id="20" idx="3"/>
          </p:cNvCxnSpPr>
          <p:nvPr/>
        </p:nvCxnSpPr>
        <p:spPr>
          <a:xfrm flipH="1" flipV="1">
            <a:off x="7892271" y="4830732"/>
            <a:ext cx="497907" cy="2278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351FC54-B0BD-4CE6-A656-C005BE1F7796}"/>
              </a:ext>
            </a:extLst>
          </p:cNvPr>
          <p:cNvSpPr txBox="1"/>
          <p:nvPr/>
        </p:nvSpPr>
        <p:spPr>
          <a:xfrm>
            <a:off x="1568624" y="6133072"/>
            <a:ext cx="8337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>
                <a:solidFill>
                  <a:srgbClr val="11264F"/>
                </a:solidFill>
              </a:rPr>
              <a:t>3_Team3_Student(ver_2).zip : </a:t>
            </a:r>
            <a:r>
              <a:rPr lang="ko-KR" altLang="en-US" sz="1200" b="1" dirty="0">
                <a:solidFill>
                  <a:srgbClr val="11264F"/>
                </a:solidFill>
              </a:rPr>
              <a:t>학생페이지를 위한 프로젝트 압축파일 </a:t>
            </a:r>
            <a:r>
              <a:rPr lang="en-US" altLang="ko-KR" sz="1200" b="1" dirty="0">
                <a:solidFill>
                  <a:srgbClr val="11264F"/>
                </a:solidFill>
              </a:rPr>
              <a:t>(</a:t>
            </a:r>
            <a:r>
              <a:rPr lang="ko-KR" altLang="en-US" sz="1200" b="1" dirty="0">
                <a:solidFill>
                  <a:srgbClr val="11264F"/>
                </a:solidFill>
              </a:rPr>
              <a:t>압축풀기 </a:t>
            </a:r>
            <a:r>
              <a:rPr lang="en-US" altLang="ko-KR" sz="1200" b="1" dirty="0">
                <a:solidFill>
                  <a:srgbClr val="11264F"/>
                </a:solidFill>
              </a:rPr>
              <a:t>X)</a:t>
            </a:r>
          </a:p>
          <a:p>
            <a:pPr latinLnBrk="1"/>
            <a:r>
              <a:rPr lang="en-US" altLang="ko-KR" sz="1200" b="1" dirty="0">
                <a:solidFill>
                  <a:srgbClr val="11264F"/>
                </a:solidFill>
              </a:rPr>
              <a:t>4_Team3_Administrator(ver_2).zip : </a:t>
            </a:r>
            <a:r>
              <a:rPr lang="ko-KR" altLang="en-US" sz="1200" b="1" dirty="0">
                <a:solidFill>
                  <a:srgbClr val="11264F"/>
                </a:solidFill>
              </a:rPr>
              <a:t>관리자 페이지를 위한 프로젝트 압축파일 </a:t>
            </a:r>
            <a:r>
              <a:rPr lang="en-US" altLang="ko-KR" sz="1200" b="1" dirty="0">
                <a:solidFill>
                  <a:srgbClr val="11264F"/>
                </a:solidFill>
              </a:rPr>
              <a:t>(</a:t>
            </a:r>
            <a:r>
              <a:rPr lang="ko-KR" altLang="en-US" sz="1200" b="1" dirty="0">
                <a:solidFill>
                  <a:srgbClr val="11264F"/>
                </a:solidFill>
              </a:rPr>
              <a:t>압축풀기 </a:t>
            </a:r>
            <a:r>
              <a:rPr lang="en-US" altLang="ko-KR" sz="1200" b="1" dirty="0">
                <a:solidFill>
                  <a:srgbClr val="11264F"/>
                </a:solidFill>
              </a:rPr>
              <a:t>X)</a:t>
            </a:r>
          </a:p>
          <a:p>
            <a:pPr latinLnBrk="1"/>
            <a:r>
              <a:rPr lang="en-US" altLang="ko-KR" sz="1200" b="1" dirty="0">
                <a:solidFill>
                  <a:srgbClr val="11264F"/>
                </a:solidFill>
              </a:rPr>
              <a:t>5_team3(ver_2).zip : </a:t>
            </a:r>
            <a:r>
              <a:rPr lang="ko-KR" altLang="en-US" sz="1200" b="1" dirty="0">
                <a:solidFill>
                  <a:srgbClr val="11264F"/>
                </a:solidFill>
              </a:rPr>
              <a:t>학사관리시스템에 필요한 테이블이나 데이터에 대한 쿼리가 담긴 스크립트 파일 </a:t>
            </a:r>
            <a:r>
              <a:rPr lang="en-US" altLang="ko-KR" sz="1200" b="1" dirty="0">
                <a:solidFill>
                  <a:srgbClr val="11264F"/>
                </a:solidFill>
              </a:rPr>
              <a:t>(</a:t>
            </a:r>
            <a:r>
              <a:rPr lang="ko-KR" altLang="en-US" sz="1200" b="1" dirty="0">
                <a:solidFill>
                  <a:srgbClr val="11264F"/>
                </a:solidFill>
              </a:rPr>
              <a:t>압축풀기 </a:t>
            </a:r>
            <a:r>
              <a:rPr lang="en-US" altLang="ko-KR" sz="1200" b="1" dirty="0">
                <a:solidFill>
                  <a:srgbClr val="11264F"/>
                </a:solidFill>
              </a:rPr>
              <a:t>O)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DA39EED-1C43-4F7E-8CC5-CA3FEBBAD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671" y="3637238"/>
            <a:ext cx="4323600" cy="2386988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8288208B-63F6-4905-9EC2-3A6272A3D44E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9337945-BFE7-4A04-B866-FA071D50DD9C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" name="제목 1">
              <a:extLst>
                <a:ext uri="{FF2B5EF4-FFF2-40B4-BE49-F238E27FC236}">
                  <a16:creationId xmlns:a16="http://schemas.microsoft.com/office/drawing/2014/main" id="{69DF8FE2-FBDA-43C4-A3F1-C7F9F86AB70F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01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02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다운로드 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03  04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C71548A-3412-48EC-8C6E-FAF15EBE5AD4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23" name="이등변 삼각형 22">
                <a:extLst>
                  <a:ext uri="{FF2B5EF4-FFF2-40B4-BE49-F238E27FC236}">
                    <a16:creationId xmlns:a16="http://schemas.microsoft.com/office/drawing/2014/main" id="{CF8333E5-DE07-4C34-85AA-2170385CC5F3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E563EC7-8255-4DE4-9879-2B2B7BCF5C06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FEFCA44-F93B-4D78-8BFA-1A0853296505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0557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3ED233C-CC5A-46A7-957C-E4CC43B64746}"/>
              </a:ext>
            </a:extLst>
          </p:cNvPr>
          <p:cNvSpPr/>
          <p:nvPr/>
        </p:nvSpPr>
        <p:spPr>
          <a:xfrm>
            <a:off x="1447850" y="3013605"/>
            <a:ext cx="1512168" cy="337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EF396-9EAC-495D-A199-BBB48A79C245}"/>
              </a:ext>
            </a:extLst>
          </p:cNvPr>
          <p:cNvSpPr txBox="1"/>
          <p:nvPr/>
        </p:nvSpPr>
        <p:spPr>
          <a:xfrm>
            <a:off x="344488" y="1101380"/>
            <a:ext cx="92170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1. 5_team3.sql : </a:t>
            </a:r>
            <a:r>
              <a:rPr lang="ko-KR" altLang="en-US" sz="1500" b="1" dirty="0">
                <a:solidFill>
                  <a:srgbClr val="11264F"/>
                </a:solidFill>
              </a:rPr>
              <a:t>학사관리시스템에 필요한 테이블이나 데이터에 대한 쿼리가 담긴 스크립트 파일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F47B68-6635-4563-A1BF-F5E30339444D}"/>
              </a:ext>
            </a:extLst>
          </p:cNvPr>
          <p:cNvSpPr txBox="1"/>
          <p:nvPr/>
        </p:nvSpPr>
        <p:spPr>
          <a:xfrm>
            <a:off x="344488" y="3940448"/>
            <a:ext cx="92170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2. </a:t>
            </a:r>
            <a:r>
              <a:rPr lang="en-US" altLang="ko-KR" sz="1500" b="1" dirty="0" err="1">
                <a:solidFill>
                  <a:srgbClr val="11264F"/>
                </a:solidFill>
              </a:rPr>
              <a:t>sql</a:t>
            </a:r>
            <a:r>
              <a:rPr lang="ko-KR" altLang="en-US" sz="1500" b="1" dirty="0">
                <a:solidFill>
                  <a:srgbClr val="11264F"/>
                </a:solidFill>
              </a:rPr>
              <a:t> 작성시트에 아래와 같이 입력하면 </a:t>
            </a:r>
            <a:r>
              <a:rPr lang="en-US" altLang="ko-KR" sz="1500" b="1" dirty="0">
                <a:solidFill>
                  <a:srgbClr val="11264F"/>
                </a:solidFill>
              </a:rPr>
              <a:t>5_team3_sql</a:t>
            </a:r>
            <a:r>
              <a:rPr lang="ko-KR" altLang="en-US" sz="1500" b="1" dirty="0">
                <a:solidFill>
                  <a:srgbClr val="11264F"/>
                </a:solidFill>
              </a:rPr>
              <a:t>에 있는 쿼리가 실행되어 테이블과 데이터가 삽입</a:t>
            </a:r>
            <a:endParaRPr lang="en-US" altLang="ko-KR" sz="1500" b="1" dirty="0">
              <a:solidFill>
                <a:srgbClr val="11264F"/>
              </a:solidFill>
            </a:endParaRPr>
          </a:p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@</a:t>
            </a:r>
            <a:r>
              <a:rPr lang="ko-KR" altLang="en-US" sz="1500" b="1" dirty="0">
                <a:solidFill>
                  <a:srgbClr val="11264F"/>
                </a:solidFill>
              </a:rPr>
              <a:t>파일위치</a:t>
            </a:r>
            <a:r>
              <a:rPr lang="en-US" altLang="ko-KR" sz="1500" b="1" dirty="0">
                <a:solidFill>
                  <a:srgbClr val="11264F"/>
                </a:solidFill>
              </a:rPr>
              <a:t>\5_team3.sql;</a:t>
            </a:r>
            <a:endParaRPr lang="ko-KR" altLang="en-US" sz="1500" b="1" dirty="0">
              <a:solidFill>
                <a:srgbClr val="FF0000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249561-490A-4FD9-B2DB-AA2212643899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7CCF394-501C-486F-AE45-DAD9D7A228DF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7" name="제목 1">
              <a:extLst>
                <a:ext uri="{FF2B5EF4-FFF2-40B4-BE49-F238E27FC236}">
                  <a16:creationId xmlns:a16="http://schemas.microsoft.com/office/drawing/2014/main" id="{62331D72-3242-428E-A694-9ED07A6A88CE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03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오라클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Data Import 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04</a:t>
              </a:r>
              <a:endParaRPr lang="en-US" sz="2000" b="1" dirty="0">
                <a:solidFill>
                  <a:srgbClr val="DDDDDD"/>
                </a:solidFill>
                <a:latin typeface="+mn-ea"/>
                <a:ea typeface="+mn-ea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2460607C-9F3C-4370-B151-DBB7A402454C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19" name="이등변 삼각형 18">
                <a:extLst>
                  <a:ext uri="{FF2B5EF4-FFF2-40B4-BE49-F238E27FC236}">
                    <a16:creationId xmlns:a16="http://schemas.microsoft.com/office/drawing/2014/main" id="{8B67E8B0-D99B-4171-9609-8E2AC9B08B7F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A7B1B879-4C0A-4A4D-827B-426B0EA3F553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4FA6E9A-DFBC-4CF7-8637-64772A8FDFCD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70D60470-6878-4139-B636-E57F1F33B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5029"/>
            <a:ext cx="9906000" cy="22801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BCAC373-9B96-4491-9789-10F3AA657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94446"/>
            <a:ext cx="9906000" cy="209955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CBCE114-501D-4896-B134-447D0DA154D3}"/>
              </a:ext>
            </a:extLst>
          </p:cNvPr>
          <p:cNvSpPr/>
          <p:nvPr/>
        </p:nvSpPr>
        <p:spPr>
          <a:xfrm>
            <a:off x="1640632" y="2385756"/>
            <a:ext cx="1319386" cy="293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4004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/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4" name="직사각형 3"/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45" name="제목 1"/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File Import 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51" name="그룹 50"/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48" name="이등변 삼각형 47"/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B8BE3C7F-B39A-4130-88C3-BFD585115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87" y="1681364"/>
            <a:ext cx="3518025" cy="4680000"/>
          </a:xfrm>
          <a:prstGeom prst="rect">
            <a:avLst/>
          </a:prstGeom>
          <a:ln>
            <a:solidFill>
              <a:srgbClr val="11264F"/>
            </a:solidFill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8F6688E9-4057-48B5-81DC-71758C7D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710671"/>
            <a:ext cx="4033371" cy="4284476"/>
          </a:xfrm>
          <a:prstGeom prst="rect">
            <a:avLst/>
          </a:prstGeom>
          <a:ln>
            <a:solidFill>
              <a:srgbClr val="11264F"/>
            </a:solidFill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A384241-A3FF-4CDE-813C-7EAAEE54DD45}"/>
              </a:ext>
            </a:extLst>
          </p:cNvPr>
          <p:cNvSpPr txBox="1"/>
          <p:nvPr/>
        </p:nvSpPr>
        <p:spPr>
          <a:xfrm>
            <a:off x="344488" y="1101380"/>
            <a:ext cx="46085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1. </a:t>
            </a:r>
            <a:r>
              <a:rPr lang="ko-KR" altLang="en-US" sz="1500" b="1" dirty="0">
                <a:solidFill>
                  <a:srgbClr val="11264F"/>
                </a:solidFill>
              </a:rPr>
              <a:t>상단 메뉴 </a:t>
            </a:r>
            <a:r>
              <a:rPr lang="en-US" altLang="ko-KR" sz="1500" b="1" dirty="0">
                <a:solidFill>
                  <a:srgbClr val="11264F"/>
                </a:solidFill>
              </a:rPr>
              <a:t>– FILE – IMPORT </a:t>
            </a:r>
            <a:r>
              <a:rPr lang="ko-KR" altLang="en-US" sz="1500" b="1" dirty="0">
                <a:solidFill>
                  <a:srgbClr val="11264F"/>
                </a:solidFill>
              </a:rPr>
              <a:t>선택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807C37-6F6F-4911-AE79-F838F3D6BD37}"/>
              </a:ext>
            </a:extLst>
          </p:cNvPr>
          <p:cNvSpPr txBox="1"/>
          <p:nvPr/>
        </p:nvSpPr>
        <p:spPr>
          <a:xfrm>
            <a:off x="4706083" y="1101380"/>
            <a:ext cx="4953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2. General -&gt; Existing Projects Into Workspace </a:t>
            </a:r>
            <a:r>
              <a:rPr lang="ko-KR" altLang="en-US" sz="1500" b="1" dirty="0">
                <a:solidFill>
                  <a:srgbClr val="11264F"/>
                </a:solidFill>
              </a:rPr>
              <a:t>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FB4585-9B05-4268-9D9E-C3D3C6C7E934}"/>
              </a:ext>
            </a:extLst>
          </p:cNvPr>
          <p:cNvSpPr/>
          <p:nvPr/>
        </p:nvSpPr>
        <p:spPr>
          <a:xfrm>
            <a:off x="704528" y="4221088"/>
            <a:ext cx="21602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46EF6E-B6AA-4759-AA27-70BF9A5D4D5B}"/>
              </a:ext>
            </a:extLst>
          </p:cNvPr>
          <p:cNvSpPr/>
          <p:nvPr/>
        </p:nvSpPr>
        <p:spPr>
          <a:xfrm>
            <a:off x="5241032" y="3140968"/>
            <a:ext cx="180020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797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550C18B-DADD-4B30-9B0F-DB777490F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28" y="1701328"/>
            <a:ext cx="3407831" cy="468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18D962-6ED0-422C-87F7-003B393B071A}"/>
              </a:ext>
            </a:extLst>
          </p:cNvPr>
          <p:cNvSpPr txBox="1"/>
          <p:nvPr/>
        </p:nvSpPr>
        <p:spPr>
          <a:xfrm>
            <a:off x="344488" y="1101380"/>
            <a:ext cx="46085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3. Select archive file </a:t>
            </a:r>
            <a:r>
              <a:rPr lang="ko-KR" altLang="en-US" sz="1500" b="1" dirty="0">
                <a:solidFill>
                  <a:srgbClr val="11264F"/>
                </a:solidFill>
              </a:rPr>
              <a:t>선택 후 </a:t>
            </a:r>
            <a:r>
              <a:rPr lang="en-US" altLang="ko-KR" sz="1500" b="1" dirty="0">
                <a:solidFill>
                  <a:srgbClr val="11264F"/>
                </a:solidFill>
              </a:rPr>
              <a:t>Browse… </a:t>
            </a:r>
            <a:r>
              <a:rPr lang="ko-KR" altLang="en-US" sz="1500" b="1" dirty="0">
                <a:solidFill>
                  <a:srgbClr val="11264F"/>
                </a:solidFill>
              </a:rPr>
              <a:t>선택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6A606B-B5AC-4BED-932D-F2BD5FAA4ABA}"/>
              </a:ext>
            </a:extLst>
          </p:cNvPr>
          <p:cNvSpPr txBox="1"/>
          <p:nvPr/>
        </p:nvSpPr>
        <p:spPr>
          <a:xfrm>
            <a:off x="4706083" y="1101380"/>
            <a:ext cx="4953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4. </a:t>
            </a:r>
            <a:r>
              <a:rPr lang="ko-KR" altLang="en-US" sz="1500" b="1" dirty="0">
                <a:solidFill>
                  <a:srgbClr val="11264F"/>
                </a:solidFill>
              </a:rPr>
              <a:t>삽입할 압축파일</a:t>
            </a:r>
            <a:r>
              <a:rPr lang="en-US" altLang="ko-KR" sz="1500" b="1" dirty="0">
                <a:solidFill>
                  <a:srgbClr val="11264F"/>
                </a:solidFill>
              </a:rPr>
              <a:t>(.zip) </a:t>
            </a:r>
            <a:r>
              <a:rPr lang="ko-KR" altLang="en-US" sz="1500" b="1" dirty="0">
                <a:solidFill>
                  <a:srgbClr val="11264F"/>
                </a:solidFill>
              </a:rPr>
              <a:t>선택하여 열기 후 </a:t>
            </a:r>
            <a:r>
              <a:rPr lang="en-US" altLang="ko-KR" sz="1500" b="1" dirty="0">
                <a:solidFill>
                  <a:srgbClr val="11264F"/>
                </a:solidFill>
              </a:rPr>
              <a:t>finish</a:t>
            </a:r>
            <a:endParaRPr lang="ko-KR" altLang="en-US" sz="1500" b="1" dirty="0">
              <a:solidFill>
                <a:srgbClr val="11264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11490C-F124-4A4B-9E07-E095D1D6D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368" y="1701328"/>
            <a:ext cx="4953600" cy="283881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CB55463-BC96-451F-86C8-3FDDA3023525}"/>
              </a:ext>
            </a:extLst>
          </p:cNvPr>
          <p:cNvSpPr/>
          <p:nvPr/>
        </p:nvSpPr>
        <p:spPr>
          <a:xfrm>
            <a:off x="5529064" y="2276872"/>
            <a:ext cx="1296144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3C4C61D-702C-43B1-B0C1-53DC67EBD5EB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C630784-1B68-4C58-AE3E-09C4E0601E71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5" name="제목 1">
              <a:extLst>
                <a:ext uri="{FF2B5EF4-FFF2-40B4-BE49-F238E27FC236}">
                  <a16:creationId xmlns:a16="http://schemas.microsoft.com/office/drawing/2014/main" id="{508E62C8-7F68-4631-86E5-D64DC404FA84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File Import 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C3D0F61-6522-422F-AEFE-14F3E72E2A0C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398A8524-F522-4AAB-8F85-AA473FD31E02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225102E-CE7B-4C6B-A67F-B56FC4FB2CD6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8D33A374-07A6-4CB5-A949-4339D82F6B20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38682D-00E8-4185-AE34-5BDD8878E87D}"/>
              </a:ext>
            </a:extLst>
          </p:cNvPr>
          <p:cNvSpPr/>
          <p:nvPr/>
        </p:nvSpPr>
        <p:spPr>
          <a:xfrm>
            <a:off x="704528" y="2564904"/>
            <a:ext cx="3407831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14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5A2756D-5C19-4155-BF42-378BD47D3CF1}"/>
              </a:ext>
            </a:extLst>
          </p:cNvPr>
          <p:cNvSpPr txBox="1"/>
          <p:nvPr/>
        </p:nvSpPr>
        <p:spPr>
          <a:xfrm>
            <a:off x="344488" y="1101380"/>
            <a:ext cx="921702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5. </a:t>
            </a:r>
            <a:r>
              <a:rPr lang="ko-KR" altLang="en-US" sz="1500" b="1" dirty="0">
                <a:solidFill>
                  <a:srgbClr val="11264F"/>
                </a:solidFill>
              </a:rPr>
              <a:t>프로젝트 </a:t>
            </a:r>
            <a:r>
              <a:rPr lang="en-US" altLang="ko-KR" sz="1500" b="1" dirty="0">
                <a:solidFill>
                  <a:srgbClr val="11264F"/>
                </a:solidFill>
              </a:rPr>
              <a:t>Import </a:t>
            </a:r>
            <a:r>
              <a:rPr lang="ko-KR" altLang="en-US" sz="1500" b="1" dirty="0">
                <a:solidFill>
                  <a:srgbClr val="11264F"/>
                </a:solidFill>
              </a:rPr>
              <a:t>후 </a:t>
            </a:r>
            <a:r>
              <a:rPr lang="en-US" altLang="ko-KR" sz="1500" b="1" dirty="0">
                <a:solidFill>
                  <a:srgbClr val="11264F"/>
                </a:solidFill>
              </a:rPr>
              <a:t>Sever.xml</a:t>
            </a:r>
            <a:r>
              <a:rPr lang="ko-KR" altLang="en-US" sz="1500" b="1" dirty="0">
                <a:solidFill>
                  <a:srgbClr val="11264F"/>
                </a:solidFill>
              </a:rPr>
              <a:t>에 자동으로 등록이 안되기 때문에 </a:t>
            </a:r>
            <a:r>
              <a:rPr lang="en-US" altLang="ko-KR" sz="1500" b="1" dirty="0" err="1">
                <a:solidFill>
                  <a:srgbClr val="11264F"/>
                </a:solidFill>
              </a:rPr>
              <a:t>login.jsp</a:t>
            </a:r>
            <a:r>
              <a:rPr lang="ko-KR" altLang="en-US" sz="1500" b="1" dirty="0">
                <a:solidFill>
                  <a:srgbClr val="11264F"/>
                </a:solidFill>
              </a:rPr>
              <a:t>를 실행하여 등록하거나 아래코드를 </a:t>
            </a:r>
            <a:r>
              <a:rPr lang="en-US" altLang="ko-KR" sz="1500" b="1" u="none" strike="noStrike" dirty="0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Server.xml</a:t>
            </a:r>
            <a:r>
              <a:rPr lang="ko-KR" altLang="en-US" sz="1500" b="1" u="none" strike="noStrike" dirty="0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직접 작성</a:t>
            </a:r>
            <a:endParaRPr lang="en-US" altLang="ko-KR" sz="1500" b="1" dirty="0">
              <a:solidFill>
                <a:srgbClr val="11264F"/>
              </a:solidFill>
            </a:endParaRPr>
          </a:p>
          <a:p>
            <a:pPr latinLnBrk="1"/>
            <a:r>
              <a:rPr lang="ko-KR" altLang="en-US" sz="1500" b="1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관리자 </a:t>
            </a:r>
            <a:r>
              <a:rPr lang="en-US" altLang="ko-KR" sz="1500" b="1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1500" b="1" u="none" strike="noStrike" dirty="0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&lt;Context </a:t>
            </a:r>
            <a:r>
              <a:rPr lang="en-US" altLang="ko-KR" sz="1500" b="1" u="none" strike="noStrike" dirty="0" err="1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docBase</a:t>
            </a:r>
            <a:r>
              <a:rPr lang="en-US" altLang="ko-KR" sz="1500" b="1" u="none" strike="noStrike" dirty="0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="Team3_Administrator" path="/Team3_Administrator" reloadable="true" source="org.eclipse.jst.jee.server:Team3_Administrator"/&gt;</a:t>
            </a:r>
          </a:p>
          <a:p>
            <a:pPr latinLnBrk="1"/>
            <a:r>
              <a:rPr lang="ko-KR" altLang="en-US" sz="15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학생 </a:t>
            </a:r>
            <a:r>
              <a:rPr lang="en-US" altLang="ko-KR" sz="15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:  </a:t>
            </a:r>
            <a:r>
              <a:rPr lang="en-US" altLang="ko-KR" sz="1500" b="1" dirty="0">
                <a:solidFill>
                  <a:srgbClr val="11264F"/>
                </a:solidFill>
                <a:latin typeface="+mn-ea"/>
              </a:rPr>
              <a:t>&lt;Context </a:t>
            </a:r>
            <a:r>
              <a:rPr lang="en-US" altLang="ko-KR" sz="1500" b="1" dirty="0" err="1">
                <a:solidFill>
                  <a:srgbClr val="11264F"/>
                </a:solidFill>
                <a:latin typeface="+mn-ea"/>
              </a:rPr>
              <a:t>docBase</a:t>
            </a:r>
            <a:r>
              <a:rPr lang="en-US" altLang="ko-KR" sz="1500" b="1" dirty="0">
                <a:solidFill>
                  <a:srgbClr val="11264F"/>
                </a:solidFill>
                <a:latin typeface="+mn-ea"/>
              </a:rPr>
              <a:t>="Team3_self_Backup" path="/Team3_Backup" reloadable="true" source="org.eclipse.jst.jee.server:Team3_self_Backup"/&gt;</a:t>
            </a:r>
            <a:endParaRPr lang="en-US" altLang="ko-KR" sz="1500" b="1" u="none" strike="noStrike" dirty="0">
              <a:solidFill>
                <a:srgbClr val="11264F"/>
              </a:solidFill>
              <a:effectLst/>
              <a:latin typeface="+mn-ea"/>
            </a:endParaRPr>
          </a:p>
          <a:p>
            <a:pPr latinLnBrk="1"/>
            <a:endParaRPr lang="ko-KR" altLang="en-US" sz="1500" b="1" dirty="0">
              <a:solidFill>
                <a:srgbClr val="11264F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6C06FE-CCA5-41B1-94E1-F6C39534F116}"/>
              </a:ext>
            </a:extLst>
          </p:cNvPr>
          <p:cNvGrpSpPr/>
          <p:nvPr/>
        </p:nvGrpSpPr>
        <p:grpSpPr>
          <a:xfrm>
            <a:off x="0" y="2642954"/>
            <a:ext cx="9906000" cy="2016224"/>
            <a:chOff x="0" y="2398617"/>
            <a:chExt cx="9906000" cy="20162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A0CBED6-384C-4759-91C2-3EE23F971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780928"/>
              <a:ext cx="9906000" cy="163391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B0CDFE-8C63-494E-87A8-9AB803C21D69}"/>
                </a:ext>
              </a:extLst>
            </p:cNvPr>
            <p:cNvSpPr txBox="1"/>
            <p:nvPr/>
          </p:nvSpPr>
          <p:spPr>
            <a:xfrm>
              <a:off x="184817" y="2398617"/>
              <a:ext cx="164063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500" b="1" dirty="0">
                  <a:solidFill>
                    <a:srgbClr val="11264F"/>
                  </a:solidFill>
                </a:rPr>
                <a:t>Context</a:t>
              </a:r>
              <a:r>
                <a:rPr lang="ko-KR" altLang="en-US" sz="1500" b="1" dirty="0">
                  <a:solidFill>
                    <a:srgbClr val="11264F"/>
                  </a:solidFill>
                </a:rPr>
                <a:t>등록 전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E2EDAE3-BC71-4B49-A96C-57F614B0EF80}"/>
              </a:ext>
            </a:extLst>
          </p:cNvPr>
          <p:cNvGrpSpPr/>
          <p:nvPr/>
        </p:nvGrpSpPr>
        <p:grpSpPr>
          <a:xfrm>
            <a:off x="0" y="4662366"/>
            <a:ext cx="9906000" cy="2066006"/>
            <a:chOff x="0" y="4473987"/>
            <a:chExt cx="9906000" cy="2066006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1DC08F2-4193-4210-8849-AA5E6A09F09C}"/>
                </a:ext>
              </a:extLst>
            </p:cNvPr>
            <p:cNvGrpSpPr/>
            <p:nvPr/>
          </p:nvGrpSpPr>
          <p:grpSpPr>
            <a:xfrm>
              <a:off x="0" y="4797152"/>
              <a:ext cx="9906000" cy="1742841"/>
              <a:chOff x="0" y="4290893"/>
              <a:chExt cx="9906000" cy="1742841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228A02C3-30CC-4523-9CA5-CE6A34B640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4290893"/>
                <a:ext cx="9906000" cy="1742841"/>
              </a:xfrm>
              <a:prstGeom prst="rect">
                <a:avLst/>
              </a:prstGeom>
            </p:spPr>
          </p:pic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06920AAD-144F-49E0-917C-657C9D2F08F7}"/>
                  </a:ext>
                </a:extLst>
              </p:cNvPr>
              <p:cNvSpPr/>
              <p:nvPr/>
            </p:nvSpPr>
            <p:spPr>
              <a:xfrm>
                <a:off x="344488" y="5733256"/>
                <a:ext cx="6696744" cy="21602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07A09C-FEDE-405E-A73C-CB2ABF4FE031}"/>
                </a:ext>
              </a:extLst>
            </p:cNvPr>
            <p:cNvSpPr txBox="1"/>
            <p:nvPr/>
          </p:nvSpPr>
          <p:spPr>
            <a:xfrm>
              <a:off x="184817" y="4473987"/>
              <a:ext cx="164063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500" b="1" dirty="0">
                  <a:solidFill>
                    <a:srgbClr val="11264F"/>
                  </a:solidFill>
                </a:rPr>
                <a:t>Context</a:t>
              </a:r>
              <a:r>
                <a:rPr lang="ko-KR" altLang="en-US" sz="1500" b="1" dirty="0">
                  <a:solidFill>
                    <a:srgbClr val="11264F"/>
                  </a:solidFill>
                </a:rPr>
                <a:t>등록 후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C51FF6E-8B2D-4F80-B915-938D4A71B67F}"/>
              </a:ext>
            </a:extLst>
          </p:cNvPr>
          <p:cNvGrpSpPr/>
          <p:nvPr/>
        </p:nvGrpSpPr>
        <p:grpSpPr>
          <a:xfrm>
            <a:off x="6663658" y="2615430"/>
            <a:ext cx="3057525" cy="1390650"/>
            <a:chOff x="6663658" y="2082415"/>
            <a:chExt cx="3057525" cy="13906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0530146-4BC9-4B82-AAF1-E05C7B9D0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63658" y="2082415"/>
              <a:ext cx="3057525" cy="139065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CA2DB97-ADBF-4515-8D52-E90958D04FA9}"/>
                </a:ext>
              </a:extLst>
            </p:cNvPr>
            <p:cNvSpPr/>
            <p:nvPr/>
          </p:nvSpPr>
          <p:spPr>
            <a:xfrm>
              <a:off x="7041232" y="2924944"/>
              <a:ext cx="1348946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3C3A0AB-148A-4427-B24C-A237D3ED19CE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F88287-CAF4-4DE3-8D40-C1A11406CA5B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5" name="제목 1">
              <a:extLst>
                <a:ext uri="{FF2B5EF4-FFF2-40B4-BE49-F238E27FC236}">
                  <a16:creationId xmlns:a16="http://schemas.microsoft.com/office/drawing/2014/main" id="{47499B87-2074-45CC-895C-E9E7CFB4E862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Context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등록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525737E0-D411-4A96-84EB-16A1E61780F7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17ED45A6-E1EB-4821-A15C-3A19075822D5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CADC508-A00A-4C6E-9011-273B1488D347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825C1287-215D-4C57-A95B-0FC49D9A7EBC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683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49134D97-49E9-4385-9F25-B236DEC1CEF0}"/>
              </a:ext>
            </a:extLst>
          </p:cNvPr>
          <p:cNvGrpSpPr/>
          <p:nvPr/>
        </p:nvGrpSpPr>
        <p:grpSpPr>
          <a:xfrm>
            <a:off x="0" y="3933056"/>
            <a:ext cx="9906000" cy="2000435"/>
            <a:chOff x="0" y="2428782"/>
            <a:chExt cx="9906000" cy="200043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2536E77-39B7-4CC3-A9C9-24B5EEAC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428782"/>
              <a:ext cx="9906000" cy="200043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6ED35FF-1B04-44BD-A58C-CD591A331752}"/>
                </a:ext>
              </a:extLst>
            </p:cNvPr>
            <p:cNvSpPr/>
            <p:nvPr/>
          </p:nvSpPr>
          <p:spPr>
            <a:xfrm>
              <a:off x="488504" y="3861048"/>
              <a:ext cx="9417496" cy="5040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552B7C5-5A1E-493D-A6EC-51B3EBDEDBDC}"/>
              </a:ext>
            </a:extLst>
          </p:cNvPr>
          <p:cNvSpPr txBox="1"/>
          <p:nvPr/>
        </p:nvSpPr>
        <p:spPr>
          <a:xfrm>
            <a:off x="344488" y="1101380"/>
            <a:ext cx="92170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6. </a:t>
            </a:r>
            <a:r>
              <a:rPr lang="ko-KR" altLang="en-US" sz="1500" b="1" dirty="0">
                <a:solidFill>
                  <a:srgbClr val="11264F"/>
                </a:solidFill>
              </a:rPr>
              <a:t>오라클 </a:t>
            </a:r>
            <a:r>
              <a:rPr lang="en-US" altLang="ko-KR" sz="1500" b="1" dirty="0">
                <a:solidFill>
                  <a:srgbClr val="11264F"/>
                </a:solidFill>
              </a:rPr>
              <a:t>DBCP </a:t>
            </a:r>
            <a:r>
              <a:rPr lang="ko-KR" altLang="en-US" sz="1500" b="1" dirty="0">
                <a:solidFill>
                  <a:srgbClr val="11264F"/>
                </a:solidFill>
              </a:rPr>
              <a:t>방식을 사용하기 위해 해당 프로젝트 </a:t>
            </a:r>
            <a:r>
              <a:rPr lang="en-US" altLang="ko-KR" sz="1500" b="1" dirty="0">
                <a:solidFill>
                  <a:srgbClr val="11264F"/>
                </a:solidFill>
              </a:rPr>
              <a:t>Context</a:t>
            </a:r>
            <a:r>
              <a:rPr lang="ko-KR" altLang="en-US" sz="1500" b="1" dirty="0">
                <a:solidFill>
                  <a:srgbClr val="11264F"/>
                </a:solidFill>
              </a:rPr>
              <a:t>내에 설정</a:t>
            </a:r>
            <a:endParaRPr lang="en-US" altLang="ko-KR" sz="1500" b="1" dirty="0">
              <a:solidFill>
                <a:srgbClr val="11264F"/>
              </a:solidFill>
            </a:endParaRPr>
          </a:p>
          <a:p>
            <a:pPr latinLnBrk="1"/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&lt;Resource auth="Container"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driverClassName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oracle.jdbc.driver.OracleDriver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maxActive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="100"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maxIdle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="30"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maxWait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="10000" name="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jdbc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/oracle" password="team3" type="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javax.sql.DataSource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jdbc:oracle:thin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:@localhost:1521:orcl" username="team3"/&gt; </a:t>
            </a:r>
          </a:p>
          <a:p>
            <a:pPr latinLnBrk="1"/>
            <a:endParaRPr lang="en-US" altLang="ko-KR" sz="500" b="1" i="0" u="none" dirty="0">
              <a:solidFill>
                <a:srgbClr val="11264F"/>
              </a:solidFill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500" b="1" dirty="0">
                <a:solidFill>
                  <a:srgbClr val="FF0000"/>
                </a:solidFill>
              </a:rPr>
              <a:t>* username</a:t>
            </a:r>
            <a:r>
              <a:rPr lang="ko-KR" altLang="en-US" sz="1500" b="1" dirty="0">
                <a:solidFill>
                  <a:srgbClr val="FF0000"/>
                </a:solidFill>
              </a:rPr>
              <a:t>과 </a:t>
            </a:r>
            <a:r>
              <a:rPr lang="en-US" altLang="ko-KR" sz="1500" b="1" dirty="0">
                <a:solidFill>
                  <a:srgbClr val="FF0000"/>
                </a:solidFill>
              </a:rPr>
              <a:t>password</a:t>
            </a:r>
            <a:r>
              <a:rPr lang="ko-KR" altLang="en-US" sz="1500" b="1" dirty="0">
                <a:solidFill>
                  <a:srgbClr val="FF0000"/>
                </a:solidFill>
              </a:rPr>
              <a:t>는 자신의 오라클 아이디와 비밀번호에 맞게 수정 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5797723-4A32-45A2-9CD6-872AB64A7EFA}"/>
              </a:ext>
            </a:extLst>
          </p:cNvPr>
          <p:cNvGrpSpPr/>
          <p:nvPr/>
        </p:nvGrpSpPr>
        <p:grpSpPr>
          <a:xfrm>
            <a:off x="6663658" y="2958965"/>
            <a:ext cx="3057525" cy="1390650"/>
            <a:chOff x="6663658" y="2082415"/>
            <a:chExt cx="3057525" cy="1390650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9FB2E71-7794-4E2A-BF54-6C1272666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63658" y="2082415"/>
              <a:ext cx="3057525" cy="1390650"/>
            </a:xfrm>
            <a:prstGeom prst="rect">
              <a:avLst/>
            </a:prstGeom>
          </p:spPr>
        </p:pic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7AABFB41-5444-4BEB-8484-6611AD149678}"/>
                </a:ext>
              </a:extLst>
            </p:cNvPr>
            <p:cNvSpPr/>
            <p:nvPr/>
          </p:nvSpPr>
          <p:spPr>
            <a:xfrm>
              <a:off x="7041232" y="2924944"/>
              <a:ext cx="1348946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23DD029-42DD-45DC-9C78-6EFA4A173051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09FA7F2-4249-4662-A2F8-37D4517716F6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5" name="제목 1">
              <a:extLst>
                <a:ext uri="{FF2B5EF4-FFF2-40B4-BE49-F238E27FC236}">
                  <a16:creationId xmlns:a16="http://schemas.microsoft.com/office/drawing/2014/main" id="{A42505D8-3FA0-4D9A-893B-E9FF2B080EB8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DBCP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설정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D374E5B-D01C-4ED2-B56B-D5E27AF6D233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5AD61AE9-6B6C-4C36-B40D-8C6D5363F525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0DB18D9-1EA1-4288-947E-54B5A0421E70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3E23448-4C84-42CA-AE87-2ADEBB364CF5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750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080F042-9E10-4B8F-90FE-B73873EF2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32" y="2204864"/>
            <a:ext cx="7977336" cy="42930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2D13D8-6138-4FE4-8D22-4ACDB86554E1}"/>
              </a:ext>
            </a:extLst>
          </p:cNvPr>
          <p:cNvSpPr txBox="1"/>
          <p:nvPr/>
        </p:nvSpPr>
        <p:spPr>
          <a:xfrm>
            <a:off x="344488" y="1101380"/>
            <a:ext cx="92170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7. </a:t>
            </a:r>
            <a:r>
              <a:rPr lang="ko-KR" altLang="en-US" sz="1500" b="1" dirty="0">
                <a:solidFill>
                  <a:srgbClr val="11264F"/>
                </a:solidFill>
              </a:rPr>
              <a:t>위의 세팅을 하고 </a:t>
            </a:r>
            <a:r>
              <a:rPr lang="en-US" altLang="ko-KR" sz="1500" b="1" dirty="0" err="1">
                <a:solidFill>
                  <a:srgbClr val="11264F"/>
                </a:solidFill>
              </a:rPr>
              <a:t>login.jsp</a:t>
            </a:r>
            <a:r>
              <a:rPr lang="ko-KR" altLang="en-US" sz="1500" b="1" dirty="0">
                <a:solidFill>
                  <a:srgbClr val="11264F"/>
                </a:solidFill>
              </a:rPr>
              <a:t>를 켜서 </a:t>
            </a:r>
            <a:r>
              <a:rPr lang="en-US" altLang="ko-KR" sz="1500" b="1" dirty="0">
                <a:solidFill>
                  <a:srgbClr val="11264F"/>
                </a:solidFill>
              </a:rPr>
              <a:t>Ctrl + F11</a:t>
            </a:r>
            <a:r>
              <a:rPr lang="ko-KR" altLang="en-US" sz="1500" b="1" dirty="0">
                <a:solidFill>
                  <a:srgbClr val="11264F"/>
                </a:solidFill>
              </a:rPr>
              <a:t>을 눌러 실행하면 아래와 같은 화면이 출력</a:t>
            </a:r>
            <a:endParaRPr lang="en-US" altLang="ko-KR" sz="1500" b="1" dirty="0">
              <a:solidFill>
                <a:srgbClr val="11264F"/>
              </a:solidFill>
            </a:endParaRPr>
          </a:p>
          <a:p>
            <a:pPr latinLnBrk="1"/>
            <a:endParaRPr lang="en-US" altLang="ko-KR" sz="500" b="1" dirty="0">
              <a:solidFill>
                <a:srgbClr val="11264F"/>
              </a:solidFill>
            </a:endParaRPr>
          </a:p>
          <a:p>
            <a:pPr latinLnBrk="1"/>
            <a:r>
              <a:rPr lang="ko-KR" altLang="en-US" sz="1500" b="1" dirty="0">
                <a:solidFill>
                  <a:schemeClr val="accent6">
                    <a:lumMod val="75000"/>
                  </a:schemeClr>
                </a:solidFill>
              </a:rPr>
              <a:t>관리자</a:t>
            </a:r>
            <a:r>
              <a:rPr lang="en-US" altLang="ko-KR" sz="15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ko-KR" altLang="en-US" sz="1500" b="1" dirty="0">
                <a:solidFill>
                  <a:schemeClr val="accent6">
                    <a:lumMod val="75000"/>
                  </a:schemeClr>
                </a:solidFill>
              </a:rPr>
              <a:t>계정</a:t>
            </a:r>
            <a:r>
              <a:rPr lang="en-US" altLang="ko-KR" sz="1500" b="1" dirty="0">
                <a:solidFill>
                  <a:schemeClr val="accent6">
                    <a:lumMod val="75000"/>
                  </a:schemeClr>
                </a:solidFill>
              </a:rPr>
              <a:t>)  11111111  /  test</a:t>
            </a:r>
          </a:p>
          <a:p>
            <a:pPr latinLnBrk="1"/>
            <a:r>
              <a:rPr lang="ko-KR" altLang="en-US" sz="1500" b="1" dirty="0">
                <a:solidFill>
                  <a:schemeClr val="accent6">
                    <a:lumMod val="75000"/>
                  </a:schemeClr>
                </a:solidFill>
              </a:rPr>
              <a:t>학생 계정</a:t>
            </a:r>
            <a:r>
              <a:rPr lang="en-US" altLang="ko-KR" sz="1500" b="1" dirty="0">
                <a:solidFill>
                  <a:schemeClr val="accent6">
                    <a:lumMod val="75000"/>
                  </a:schemeClr>
                </a:solidFill>
              </a:rPr>
              <a:t>)  20201350  /  test</a:t>
            </a:r>
            <a:endParaRPr lang="ko-KR" altLang="en-US" sz="1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DCE129A-4E56-4BB1-A30F-F31FEE69DF35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D9C3021-FB89-41E5-95D7-611349D5BB64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3" name="제목 1">
              <a:extLst>
                <a:ext uri="{FF2B5EF4-FFF2-40B4-BE49-F238E27FC236}">
                  <a16:creationId xmlns:a16="http://schemas.microsoft.com/office/drawing/2014/main" id="{220D6916-D4DC-4763-82CC-92309465EA89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실행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5A195F8-3B2C-441C-96CA-1BF278BAB17D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15" name="이등변 삼각형 14">
                <a:extLst>
                  <a:ext uri="{FF2B5EF4-FFF2-40B4-BE49-F238E27FC236}">
                    <a16:creationId xmlns:a16="http://schemas.microsoft.com/office/drawing/2014/main" id="{EF2B13C9-7693-4A0C-A1FE-A347E57E74C7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86057FEC-1C0E-4332-941A-479B9DE68AC1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86025ABD-CD1F-4E5F-9F7F-0528F46696FC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5446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0" y="2440207"/>
            <a:ext cx="9905610" cy="146952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en-US" altLang="ko-KR" sz="61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6100" b="1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endParaRPr lang="en-US" sz="6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0" y="2362591"/>
            <a:ext cx="990561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endParaRPr lang="en-US" sz="7400" b="1" dirty="0">
              <a:solidFill>
                <a:srgbClr val="DDDDDD"/>
              </a:solidFill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0" y="3837722"/>
            <a:ext cx="990561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endParaRPr lang="en-US" sz="7400" b="1" dirty="0">
              <a:solidFill>
                <a:srgbClr val="DDDDDD"/>
              </a:solidFill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1810699"/>
            <a:ext cx="9905610" cy="551892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en-US" altLang="ko-KR" sz="3200" b="1" dirty="0">
                <a:solidFill>
                  <a:srgbClr val="DDDDDD"/>
                </a:solidFill>
                <a:latin typeface="+mn-ea"/>
                <a:ea typeface="+mn-ea"/>
              </a:rPr>
              <a:t> </a:t>
            </a:r>
            <a:r>
              <a:rPr lang="en-US" altLang="ko-KR" sz="2800" b="1" dirty="0">
                <a:solidFill>
                  <a:srgbClr val="FFCC00"/>
                </a:solidFill>
                <a:latin typeface="+mn-ea"/>
                <a:ea typeface="+mn-ea"/>
              </a:rPr>
              <a:t>Team3</a:t>
            </a:r>
            <a:endParaRPr lang="en-US" sz="2800" b="1" dirty="0">
              <a:solidFill>
                <a:srgbClr val="FFCC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40503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값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기본값 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</TotalTime>
  <Words>643</Words>
  <Application>Microsoft Office PowerPoint</Application>
  <PresentationFormat>A4 용지(210x297mm)</PresentationFormat>
  <Paragraphs>107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StarSymbol</vt:lpstr>
      <vt:lpstr>굴림</vt:lpstr>
      <vt:lpstr>맑은 고딕</vt:lpstr>
      <vt:lpstr>바탕</vt:lpstr>
      <vt:lpstr>Arial</vt:lpstr>
      <vt:lpstr>기본값</vt:lpstr>
      <vt:lpstr>기본값 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Team3</dc:title>
  <dc:creator>allbonheur</dc:creator>
  <cp:lastModifiedBy>admin</cp:lastModifiedBy>
  <cp:revision>418</cp:revision>
  <dcterms:modified xsi:type="dcterms:W3CDTF">2020-11-05T05:10:47Z</dcterms:modified>
</cp:coreProperties>
</file>